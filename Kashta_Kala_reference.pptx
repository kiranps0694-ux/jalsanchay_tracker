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42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E114B0-9A8F-4838-209D-F4DD4FA6681F}"/>
              </a:ext>
            </a:extLst>
          </p:cNvPr>
          <p:cNvSpPr/>
          <p:nvPr/>
        </p:nvSpPr>
        <p:spPr>
          <a:xfrm>
            <a:off x="845224" y="44801"/>
            <a:ext cx="7453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fontAlgn="base">
              <a:lnSpc>
                <a:spcPct val="150000"/>
              </a:lnSpc>
            </a:pPr>
            <a:r>
              <a:rPr lang="en-US" sz="40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Internship Phase – 2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>
              <a:lnSpc>
                <a:spcPct val="150000"/>
              </a:lnSpc>
            </a:pPr>
            <a:r>
              <a:rPr lang="en-US" sz="2000" b="1" dirty="0"/>
              <a:t>(22INT) </a:t>
            </a:r>
            <a:r>
              <a:rPr lang="en-IN" sz="2000" dirty="0"/>
              <a:t>​</a:t>
            </a:r>
            <a:br>
              <a:rPr lang="en-IN" sz="2000" dirty="0"/>
            </a:br>
            <a:endParaRPr lang="en-IN" sz="2000" dirty="0"/>
          </a:p>
          <a:p>
            <a:pPr marL="0" indent="0" algn="ctr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5BCFC5-F070-522B-708B-FFC6C277FEAE}"/>
              </a:ext>
            </a:extLst>
          </p:cNvPr>
          <p:cNvSpPr/>
          <p:nvPr/>
        </p:nvSpPr>
        <p:spPr>
          <a:xfrm>
            <a:off x="6721475" y="2936875"/>
            <a:ext cx="210502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fontAlgn="base">
              <a:lnSpc>
                <a:spcPct val="150000"/>
              </a:lnSpc>
            </a:pPr>
            <a:r>
              <a:rPr lang="en-US" b="1" dirty="0"/>
              <a:t>Internship Guide​</a:t>
            </a:r>
          </a:p>
          <a:p>
            <a:pPr algn="ctr" fontAlgn="base">
              <a:lnSpc>
                <a:spcPct val="150000"/>
              </a:lnSpc>
            </a:pPr>
            <a:r>
              <a:rPr lang="en-US" sz="1600" dirty="0"/>
              <a:t>Mrs. </a:t>
            </a:r>
            <a:r>
              <a:rPr lang="en-US" sz="1600" dirty="0" err="1"/>
              <a:t>Nivyashree</a:t>
            </a:r>
            <a:r>
              <a:rPr lang="en-US" sz="1600" dirty="0"/>
              <a:t> R</a:t>
            </a:r>
          </a:p>
          <a:p>
            <a:pPr algn="ctr" fontAlgn="base">
              <a:lnSpc>
                <a:spcPct val="150000"/>
              </a:lnSpc>
            </a:pPr>
            <a:r>
              <a:rPr lang="en-US" sz="1600" dirty="0"/>
              <a:t>Associate Professor ​</a:t>
            </a:r>
          </a:p>
          <a:p>
            <a:pPr algn="ctr" fontAlgn="base">
              <a:lnSpc>
                <a:spcPct val="150000"/>
              </a:lnSpc>
            </a:pPr>
            <a:r>
              <a:rPr lang="en-US" sz="1600" dirty="0"/>
              <a:t>Department of CSE ​</a:t>
            </a:r>
          </a:p>
          <a:p>
            <a:pPr algn="ctr" fontAlgn="base">
              <a:lnSpc>
                <a:spcPct val="150000"/>
              </a:lnSpc>
            </a:pPr>
            <a:r>
              <a:rPr lang="en-US" sz="1600" dirty="0"/>
              <a:t>MCE, Hassan​</a:t>
            </a:r>
          </a:p>
          <a:p>
            <a:pPr algn="ctr">
              <a:lnSpc>
                <a:spcPct val="150000"/>
              </a:lnSpc>
              <a:buSzPct val="100000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9BDEC-57E3-039A-827C-4B1716CEF0C2}"/>
              </a:ext>
            </a:extLst>
          </p:cNvPr>
          <p:cNvSpPr txBox="1"/>
          <p:nvPr/>
        </p:nvSpPr>
        <p:spPr>
          <a:xfrm>
            <a:off x="185057" y="1427390"/>
            <a:ext cx="7343775" cy="254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Internship Title: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Android App Development using Gen AI</a:t>
            </a:r>
            <a:endParaRPr lang="en-US" dirty="0"/>
          </a:p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MindMatrix</a:t>
            </a:r>
            <a:endParaRPr lang="en-US" dirty="0"/>
          </a:p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Pradeep K C</a:t>
            </a:r>
            <a:endParaRPr lang="en-US" dirty="0"/>
          </a:p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USN: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4MC23CS408</a:t>
            </a:r>
            <a:endParaRPr lang="en-US" dirty="0"/>
          </a:p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Branch: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Computer Science &amp; Engineering</a:t>
            </a:r>
            <a:endParaRPr lang="en-US" dirty="0"/>
          </a:p>
          <a:p>
            <a:pPr algn="just">
              <a:lnSpc>
                <a:spcPct val="150000"/>
              </a:lnSpc>
              <a:buSzPct val="100000"/>
            </a:pPr>
            <a:r>
              <a:rPr lang="en-US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Course: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Android App Development using Gen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8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5448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14884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74320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33756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93192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2628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74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MindMatrix VTU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A88A"/>
                </a:solidFill>
              </a:rPr>
              <a:t>PROJECT #62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1005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Kashta-Kala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206240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4A8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Design Catalog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D4A8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Carpenters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06240" y="3383280"/>
            <a:ext cx="36576" cy="82296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Development using GenAI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Self-Employment Track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856C"/>
                </a:solidFill>
              </a:rPr>
              <a:t>MindMatrix VTU Internship Program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A0856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Carpenters Struggle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1810"/>
                </a:solidFill>
              </a:rPr>
              <a:t>Outdated Catalogs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Carpenters rely on old printed catalogs that don't reflect modern furniture trends or customer tastes.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🤔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1810"/>
                </a:solidFill>
              </a:rPr>
              <a:t>Imagination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Customers can't visualize the final product, leading to mismatched expectations and dissatisfaction.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1810"/>
                </a:solidFill>
              </a:rPr>
              <a:t>Lost Business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Without professional tools, skilled artisans lose customers to large furniture showrooms and brands.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THE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Kashta-Kala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A88A"/>
                </a:solidFill>
              </a:rPr>
              <a:t>A Digital Sales Tool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D4A88A"/>
                </a:solidFill>
              </a:rPr>
              <a:t>for Local Artisans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" cy="201168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</a:rPr>
              <a:t>Kashta-Kala is a pre-loaded digital furniture catalog that lets carpenters professionally showcase modern designs, calculate material requirements, and generate instant price quotes — right from their phone.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457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0856C"/>
                </a:solidFill>
              </a:rPr>
              <a:t>Core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9788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</a:rPr>
              <a:t>Browse Designs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High-quality sofa, bed &amp; cabinet photos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73736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</a:rPr>
              <a:t>Estimate Materials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Auto-calculate wood square footage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8978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</a:rPr>
              <a:t>Generate Quotes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Instant labor + material cost quotes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65760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9788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</a:rPr>
              <a:t>Showcase Portfolio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Add your own finished work photos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APP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810"/>
                </a:solidFill>
              </a:rPr>
              <a:t>🖼️  Design Catalog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Browse modern furniture photos (sofas, beds, cabinets)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Favorite / save designs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Visual-heavy clean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17320"/>
            <a:ext cx="54864" cy="16459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810"/>
                </a:solidFill>
              </a:rPr>
              <a:t>📏  Material Estimator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Input dimensions → calculate sq. ft. of wood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Support multiple wood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Accurate formula-based calculation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810"/>
                </a:solidFill>
              </a:rPr>
              <a:t>💬  Price Quote Generator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Add labor + material costs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Save quotes to Room 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Share quote with customer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200400"/>
            <a:ext cx="54864" cy="16459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810"/>
                </a:solidFill>
              </a:rPr>
              <a:t>📸  My Portfolio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Upload photos of finished 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Organized gallery 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✓ </a:t>
            </a:r>
            <a:r>
              <a:rPr lang="en-US" sz="1100" dirty="0">
                <a:solidFill>
                  <a:srgbClr val="444444"/>
                </a:solidFill>
              </a:rPr>
              <a:t>Offline access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4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USER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Carpenter Uses the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777240" cy="7772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764792"/>
            <a:ext cx="411480" cy="54864"/>
          </a:xfrm>
          <a:prstGeom prst="rect">
            <a:avLst/>
          </a:prstGeom>
          <a:solidFill>
            <a:srgbClr val="A0856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Browse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1691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Open app &amp; browse pre-loaded modern furniture designs with clean 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777240" cy="7772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1764792"/>
            <a:ext cx="411480" cy="54864"/>
          </a:xfrm>
          <a:prstGeom prst="rect">
            <a:avLst/>
          </a:prstGeom>
          <a:solidFill>
            <a:srgbClr val="A0856C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0312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Show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Customer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429000"/>
            <a:ext cx="1691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4884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Present designs to the customer on the phone screen as a digital showroom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417320"/>
            <a:ext cx="777240" cy="7772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0" y="1764792"/>
            <a:ext cx="411480" cy="54864"/>
          </a:xfrm>
          <a:prstGeom prst="rect">
            <a:avLst/>
          </a:prstGeom>
          <a:solidFill>
            <a:srgbClr val="A0856C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9476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Dimensions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3429000"/>
            <a:ext cx="1691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Enter the required dimensions — app calculates wood area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1417320"/>
            <a:ext cx="777240" cy="7772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720840" y="1764792"/>
            <a:ext cx="411480" cy="54864"/>
          </a:xfrm>
          <a:prstGeom prst="rect">
            <a:avLst/>
          </a:prstGeom>
          <a:solidFill>
            <a:srgbClr val="A0856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8640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Quote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40680" y="3429000"/>
            <a:ext cx="1691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3212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Add labor cost to get an instant price quote, save it to the database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1417320"/>
            <a:ext cx="777240" cy="7772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17804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Close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Deal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32320" y="3429000"/>
            <a:ext cx="1691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23760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Share the professional quote, win the customer's trust and the job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TECHNICAL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Build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 Android (Java/Kotlin)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Activity &amp; Fragment Navigation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RecyclerView for image catalog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ViewModel + LiveData pattern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🗄️  Room 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Save &amp; retrieve price quotes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Favorites / bookmarked designs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Offline data 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🧮  Math &amp; Estimation Logic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Area calculation: L × W formulas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Volume for 3D furniture pieces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Multiple wood type coefficients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24612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24612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🎨  UI / UX Design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Visual-heavy RecyclerView grids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CardView with large images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691E"/>
                </a:solidFill>
              </a:rPr>
              <a:t>→ </a:t>
            </a:r>
            <a:r>
              <a:rPr lang="en-US" sz="1100" dirty="0">
                <a:solidFill>
                  <a:srgbClr val="CCCCCC"/>
                </a:solidFill>
              </a:rPr>
              <a:t>Material Design components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IMPACT GOALS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01168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8B4513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Micro-Business Tech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4513"/>
                </a:solidFill>
              </a:rPr>
              <a:t>Empowers Artisans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Gives local carpenters the same digital tools used by large furniture brands, leveling the playing field.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2011680" cy="640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1600200"/>
            <a:ext cx="914400" cy="91440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Resource Efficiency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Reduces Waste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Accurate material estimation means less wood waste, saving costs and benefiting the environment.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417320"/>
            <a:ext cx="2011680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1600200"/>
            <a:ext cx="914400" cy="914400"/>
          </a:xfrm>
          <a:prstGeom prst="ellipse">
            <a:avLst/>
          </a:prstGeom>
          <a:solidFill>
            <a:srgbClr val="1A5276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91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Customer Trust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</a:rPr>
              <a:t>Better Relationships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Professional quotes and design options build credibility and increase customer satisfaction.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417320"/>
            <a:ext cx="2011680" cy="64008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600200"/>
            <a:ext cx="914400" cy="914400"/>
          </a:xfrm>
          <a:prstGeom prst="ellipse">
            <a:avLst/>
          </a:prstGeom>
          <a:solidFill>
            <a:srgbClr val="6D4C41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810"/>
                </a:solidFill>
              </a:rPr>
              <a:t>Self-Employment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4C41"/>
                </a:solidFill>
              </a:rPr>
              <a:t>Boosts Income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A polished digital portfolio helps carpenters attract more clients and grow their business independently.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7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A0856C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Submission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93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Accurate Material Estimator that handles multiple wood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Design gallery with Favoriting / bookmarking 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443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Price Quotes saved and retrieved via Room 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198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Working Portfolio section with image upload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67912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Clean, visual-heavy UI with large images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✅  Offline functionality for all core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457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8A"/>
                </a:solidFill>
              </a:rPr>
              <a:t>Good to Have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6D3"/>
                </a:solidFill>
              </a:rPr>
              <a:t>🤖 AI design suggestions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6D3"/>
                </a:solidFill>
              </a:rPr>
              <a:t>🔄 3D furniture preview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6D3"/>
                </a:solidFill>
              </a:rPr>
              <a:t>📤 Share quotes via WhatsApp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6D3"/>
                </a:solidFill>
              </a:rPr>
              <a:t>☁️ Cloud backup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6D3"/>
                </a:solidFill>
              </a:rPr>
              <a:t>🌐 Multi-language support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3749040"/>
            <a:ext cx="3291840" cy="100584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Build it. Ship it.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Empower artisans. 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8 of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695</Words>
  <Application>Microsoft Office PowerPoint</Application>
  <PresentationFormat>On-screen Show (16:9)</PresentationFormat>
  <Paragraphs>163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Kashta-Kala - Digital Design Catalog for Carpenters</dc:title>
  <dc:subject>PptxGenJS Presentation</dc:subject>
  <dc:creator>PptxGenJS</dc:creator>
  <cp:lastModifiedBy>pradeep k c</cp:lastModifiedBy>
  <cp:revision>2</cp:revision>
  <dcterms:created xsi:type="dcterms:W3CDTF">2026-05-07T17:03:19Z</dcterms:created>
  <dcterms:modified xsi:type="dcterms:W3CDTF">2026-05-07T05:28:52Z</dcterms:modified>
</cp:coreProperties>
</file>