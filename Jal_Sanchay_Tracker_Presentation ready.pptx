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814" r:id="rId1"/>
  </p:sldMasterIdLst>
  <p:notesMasterIdLst>
    <p:notesMasterId r:id="rId11"/>
  </p:notesMasterIdLst>
  <p:sldIdLst>
    <p:sldId id="256" r:id="rId2"/>
    <p:sldId id="258" r:id="rId3"/>
    <p:sldId id="295" r:id="rId4"/>
    <p:sldId id="294" r:id="rId5"/>
    <p:sldId id="260" r:id="rId6"/>
    <p:sldId id="297" r:id="rId7"/>
    <p:sldId id="304" r:id="rId8"/>
    <p:sldId id="302" r:id="rId9"/>
    <p:sldId id="288" r:id="rId10"/>
  </p:sldIdLst>
  <p:sldSz cx="18288000" cy="10287000"/>
  <p:notesSz cx="18288000" cy="10287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D560B6-1E33-D556-825A-C4F12F076540}" vWet="1" dt="2025-07-03T14:18:34.931"/>
    <p1510:client id="{BC00DCBA-199B-45A3-BBB4-3C2AE3EF2DF6}" v="3" dt="2025-07-03T14:18:37.349"/>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465" autoAdjust="0"/>
    <p:restoredTop sz="95033" autoAdjust="0"/>
  </p:normalViewPr>
  <p:slideViewPr>
    <p:cSldViewPr snapToGrid="0">
      <p:cViewPr varScale="1">
        <p:scale>
          <a:sx n="49" d="100"/>
          <a:sy n="49" d="100"/>
        </p:scale>
        <p:origin x="-582" y="-102"/>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7924800" cy="515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10358438" y="0"/>
            <a:ext cx="7924800" cy="515938"/>
          </a:xfrm>
          <a:prstGeom prst="rect">
            <a:avLst/>
          </a:prstGeom>
        </p:spPr>
        <p:txBody>
          <a:bodyPr vert="horz" lIns="91440" tIns="45720" rIns="91440" bIns="45720" rtlCol="0"/>
          <a:lstStyle>
            <a:lvl1pPr algn="r">
              <a:defRPr sz="1200"/>
            </a:lvl1pPr>
          </a:lstStyle>
          <a:p>
            <a:fld id="{44D61C2C-5251-4BD2-B8A0-5548581AF688}" type="datetimeFigureOut">
              <a:rPr lang="en-IN" smtClean="0"/>
              <a:t>08-05-2026</a:t>
            </a:fld>
            <a:endParaRPr lang="en-IN"/>
          </a:p>
        </p:txBody>
      </p:sp>
      <p:sp>
        <p:nvSpPr>
          <p:cNvPr id="4" name="Slide Image Placeholder 3"/>
          <p:cNvSpPr>
            <a:spLocks noGrp="1" noRot="1" noChangeAspect="1"/>
          </p:cNvSpPr>
          <p:nvPr>
            <p:ph type="sldImg" idx="2"/>
          </p:nvPr>
        </p:nvSpPr>
        <p:spPr>
          <a:xfrm>
            <a:off x="6057900" y="1285875"/>
            <a:ext cx="6172200" cy="3471863"/>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828800" y="4951413"/>
            <a:ext cx="14630400" cy="404971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771063"/>
            <a:ext cx="7924800" cy="515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10358438" y="9771063"/>
            <a:ext cx="7924800" cy="515937"/>
          </a:xfrm>
          <a:prstGeom prst="rect">
            <a:avLst/>
          </a:prstGeom>
        </p:spPr>
        <p:txBody>
          <a:bodyPr vert="horz" lIns="91440" tIns="45720" rIns="91440" bIns="45720" rtlCol="0" anchor="b"/>
          <a:lstStyle>
            <a:lvl1pPr algn="r">
              <a:defRPr sz="1200"/>
            </a:lvl1pPr>
          </a:lstStyle>
          <a:p>
            <a:fld id="{ABF841DD-1C20-401A-B495-6F61F556E1E3}" type="slidenum">
              <a:rPr lang="en-IN" smtClean="0"/>
              <a:t>‹#›</a:t>
            </a:fld>
            <a:endParaRPr lang="en-IN"/>
          </a:p>
        </p:txBody>
      </p:sp>
    </p:spTree>
    <p:extLst>
      <p:ext uri="{BB962C8B-B14F-4D97-AF65-F5344CB8AC3E}">
        <p14:creationId xmlns:p14="http://schemas.microsoft.com/office/powerpoint/2010/main" val="15282605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12700"/>
            <a:ext cx="18288000" cy="10299701"/>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2260601" y="3606801"/>
            <a:ext cx="11650404" cy="2469453"/>
          </a:xfrm>
        </p:spPr>
        <p:txBody>
          <a:bodyPr anchor="b">
            <a:noAutofit/>
          </a:bodyPr>
          <a:lstStyle>
            <a:lvl1pPr algn="r">
              <a:defRPr sz="81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2260601" y="6076250"/>
            <a:ext cx="11650404" cy="1645349"/>
          </a:xfrm>
        </p:spPr>
        <p:txBody>
          <a:bodyPr anchor="t"/>
          <a:lstStyle>
            <a:lvl1pPr marL="0" indent="0" algn="r">
              <a:buNone/>
              <a:defRPr>
                <a:solidFill>
                  <a:schemeClr val="tx1">
                    <a:lumMod val="50000"/>
                    <a:lumOff val="50000"/>
                  </a:schemeClr>
                </a:solidFill>
              </a:defRPr>
            </a:lvl1pPr>
            <a:lvl2pPr marL="685800" indent="0" algn="ctr">
              <a:buNone/>
              <a:defRPr>
                <a:solidFill>
                  <a:schemeClr val="tx1">
                    <a:tint val="75000"/>
                  </a:schemeClr>
                </a:solidFill>
              </a:defRPr>
            </a:lvl2pPr>
            <a:lvl3pPr marL="1371600" indent="0" algn="ctr">
              <a:buNone/>
              <a:defRPr>
                <a:solidFill>
                  <a:schemeClr val="tx1">
                    <a:tint val="75000"/>
                  </a:schemeClr>
                </a:solidFill>
              </a:defRPr>
            </a:lvl3pPr>
            <a:lvl4pPr marL="2057400" indent="0" algn="ctr">
              <a:buNone/>
              <a:defRPr>
                <a:solidFill>
                  <a:schemeClr val="tx1">
                    <a:tint val="75000"/>
                  </a:schemeClr>
                </a:solidFill>
              </a:defRPr>
            </a:lvl4pPr>
            <a:lvl5pPr marL="2743200" indent="0" algn="ctr">
              <a:buNone/>
              <a:defRPr>
                <a:solidFill>
                  <a:schemeClr val="tx1">
                    <a:tint val="75000"/>
                  </a:schemeClr>
                </a:solidFill>
              </a:defRPr>
            </a:lvl5pPr>
            <a:lvl6pPr marL="3429000" indent="0" algn="ctr">
              <a:buNone/>
              <a:defRPr>
                <a:solidFill>
                  <a:schemeClr val="tx1">
                    <a:tint val="75000"/>
                  </a:schemeClr>
                </a:solidFill>
              </a:defRPr>
            </a:lvl6pPr>
            <a:lvl7pPr marL="4114800" indent="0" algn="ctr">
              <a:buNone/>
              <a:defRPr>
                <a:solidFill>
                  <a:schemeClr val="tx1">
                    <a:tint val="75000"/>
                  </a:schemeClr>
                </a:solidFill>
              </a:defRPr>
            </a:lvl7pPr>
            <a:lvl8pPr marL="4800600" indent="0" algn="ctr">
              <a:buNone/>
              <a:defRPr>
                <a:solidFill>
                  <a:schemeClr val="tx1">
                    <a:tint val="75000"/>
                  </a:schemeClr>
                </a:solidFill>
              </a:defRPr>
            </a:lvl8pPr>
            <a:lvl9pPr marL="54864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8642201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8097190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16003" y="4051301"/>
            <a:ext cx="12895002" cy="2739872"/>
          </a:xfrm>
        </p:spPr>
        <p:txBody>
          <a:bodyPr anchor="b"/>
          <a:lstStyle>
            <a:lvl1pPr algn="l">
              <a:defRPr sz="6000" b="0" cap="none"/>
            </a:lvl1pPr>
          </a:lstStyle>
          <a:p>
            <a:r>
              <a:rPr lang="en-US"/>
              <a:t>Click to edit Master title style</a:t>
            </a:r>
            <a:endParaRPr lang="en-US" dirty="0"/>
          </a:p>
        </p:txBody>
      </p:sp>
      <p:sp>
        <p:nvSpPr>
          <p:cNvPr id="3" name="Text Placeholder 2"/>
          <p:cNvSpPr>
            <a:spLocks noGrp="1"/>
          </p:cNvSpPr>
          <p:nvPr>
            <p:ph type="body" idx="1"/>
          </p:nvPr>
        </p:nvSpPr>
        <p:spPr>
          <a:xfrm>
            <a:off x="1016003" y="6791172"/>
            <a:ext cx="12895002" cy="1290600"/>
          </a:xfrm>
        </p:spPr>
        <p:txBody>
          <a:bodyPr anchor="t"/>
          <a:lstStyle>
            <a:lvl1pPr marL="0" indent="0" algn="l">
              <a:buNone/>
              <a:defRPr sz="3000">
                <a:solidFill>
                  <a:schemeClr val="tx1">
                    <a:lumMod val="50000"/>
                    <a:lumOff val="50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7467892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16002" y="3240884"/>
            <a:ext cx="6276053" cy="582115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634955" y="3240884"/>
            <a:ext cx="6276051" cy="5821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5/8/2026</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1363141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13618" y="3241475"/>
            <a:ext cx="6278435" cy="864393"/>
          </a:xfrm>
        </p:spPr>
        <p:txBody>
          <a:bodyPr anchor="b">
            <a:noAutofit/>
          </a:bodyPr>
          <a:lstStyle>
            <a:lvl1pPr marL="0" indent="0">
              <a:buNone/>
              <a:defRPr sz="3600" b="0"/>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013618" y="4105868"/>
            <a:ext cx="6278435" cy="495617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632575" y="3241475"/>
            <a:ext cx="6278427" cy="864393"/>
          </a:xfrm>
        </p:spPr>
        <p:txBody>
          <a:bodyPr anchor="b">
            <a:noAutofit/>
          </a:bodyPr>
          <a:lstStyle>
            <a:lvl1pPr marL="0" indent="0">
              <a:buNone/>
              <a:defRPr sz="3600" b="0"/>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7632577" y="4105868"/>
            <a:ext cx="6278426" cy="495617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5/8/2026</a:t>
            </a:fld>
            <a:endParaRPr lang="en-US"/>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6899435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016001" y="914400"/>
            <a:ext cx="12895002" cy="19812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5/8/2026</a:t>
            </a:fld>
            <a:endParaRPr lang="en-US"/>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2533680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5/8/2026</a:t>
            </a:fld>
            <a:endParaRPr lang="en-US"/>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42238985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16001" y="2247906"/>
            <a:ext cx="5781792" cy="1917699"/>
          </a:xfrm>
        </p:spPr>
        <p:txBody>
          <a:bodyPr anchor="b">
            <a:normAutofit/>
          </a:bodyPr>
          <a:lstStyle>
            <a:lvl1pPr>
              <a:defRPr sz="3000"/>
            </a:lvl1pPr>
          </a:lstStyle>
          <a:p>
            <a:r>
              <a:rPr lang="en-US"/>
              <a:t>Click to edit Master title style</a:t>
            </a:r>
            <a:endParaRPr lang="en-US" dirty="0"/>
          </a:p>
        </p:txBody>
      </p:sp>
      <p:sp>
        <p:nvSpPr>
          <p:cNvPr id="3" name="Content Placeholder 2"/>
          <p:cNvSpPr>
            <a:spLocks noGrp="1"/>
          </p:cNvSpPr>
          <p:nvPr>
            <p:ph idx="1"/>
          </p:nvPr>
        </p:nvSpPr>
        <p:spPr>
          <a:xfrm>
            <a:off x="7140692" y="772387"/>
            <a:ext cx="6770312" cy="828965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16001" y="4165604"/>
            <a:ext cx="5781792" cy="3876674"/>
          </a:xfrm>
        </p:spPr>
        <p:txBody>
          <a:bodyPr>
            <a:normAutofit/>
          </a:bodyPr>
          <a:lstStyle>
            <a:lvl1pPr marL="0" indent="0">
              <a:buNone/>
              <a:defRPr sz="2100"/>
            </a:lvl1pPr>
            <a:lvl2pPr marL="685595" indent="0">
              <a:buNone/>
              <a:defRPr sz="2100"/>
            </a:lvl2pPr>
            <a:lvl3pPr marL="1371189" indent="0">
              <a:buNone/>
              <a:defRPr sz="1800"/>
            </a:lvl3pPr>
            <a:lvl4pPr marL="2056784" indent="0">
              <a:buNone/>
              <a:defRPr sz="1500"/>
            </a:lvl4pPr>
            <a:lvl5pPr marL="2742377" indent="0">
              <a:buNone/>
              <a:defRPr sz="1500"/>
            </a:lvl5pPr>
            <a:lvl6pPr marL="3427971" indent="0">
              <a:buNone/>
              <a:defRPr sz="1500"/>
            </a:lvl6pPr>
            <a:lvl7pPr marL="4113566" indent="0">
              <a:buNone/>
              <a:defRPr sz="1500"/>
            </a:lvl7pPr>
            <a:lvl8pPr marL="4799160" indent="0">
              <a:buNone/>
              <a:defRPr sz="1500"/>
            </a:lvl8pPr>
            <a:lvl9pPr marL="5484755"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5/8/2026</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1645604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16002" y="7200900"/>
            <a:ext cx="12895001" cy="85010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16001" y="914400"/>
            <a:ext cx="12895002" cy="5768577"/>
          </a:xfrm>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016002" y="8051007"/>
            <a:ext cx="12895001" cy="1011036"/>
          </a:xfrm>
        </p:spPr>
        <p:txBody>
          <a:bodyPr>
            <a:normAutofit/>
          </a:bodyPr>
          <a:lstStyle>
            <a:lvl1pPr marL="0" indent="0">
              <a:buNone/>
              <a:defRPr sz="18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
        <p:nvSpPr>
          <p:cNvPr id="5" name="Date Placeholder 4"/>
          <p:cNvSpPr>
            <a:spLocks noGrp="1"/>
          </p:cNvSpPr>
          <p:nvPr>
            <p:ph type="dt" sz="half" idx="10"/>
          </p:nvPr>
        </p:nvSpPr>
        <p:spPr/>
        <p:txBody>
          <a:bodyPr/>
          <a:lstStyle/>
          <a:p>
            <a:fld id="{1D8BD707-D9CF-40AE-B4C6-C98DA3205C09}" type="datetimeFigureOut">
              <a:rPr lang="en-US" smtClean="0"/>
              <a:t>5/8/2026</a:t>
            </a:fld>
            <a:endParaRPr lang="en-US"/>
          </a:p>
        </p:txBody>
      </p:sp>
    </p:spTree>
    <p:extLst>
      <p:ext uri="{BB962C8B-B14F-4D97-AF65-F5344CB8AC3E}">
        <p14:creationId xmlns:p14="http://schemas.microsoft.com/office/powerpoint/2010/main" val="9194823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016003" y="914400"/>
            <a:ext cx="12895002" cy="5105400"/>
          </a:xfrm>
        </p:spPr>
        <p:txBody>
          <a:bodyPr anchor="ctr">
            <a:normAutofit/>
          </a:bodyPr>
          <a:lstStyle>
            <a:lvl1pPr algn="l">
              <a:defRPr sz="6600" b="0" cap="none"/>
            </a:lvl1pPr>
          </a:lstStyle>
          <a:p>
            <a:r>
              <a:rPr lang="en-US"/>
              <a:t>Click to edit Master title style</a:t>
            </a:r>
            <a:endParaRPr lang="en-US" dirty="0"/>
          </a:p>
        </p:txBody>
      </p:sp>
      <p:sp>
        <p:nvSpPr>
          <p:cNvPr id="3" name="Text Placeholder 2"/>
          <p:cNvSpPr>
            <a:spLocks noGrp="1"/>
          </p:cNvSpPr>
          <p:nvPr>
            <p:ph type="body" idx="1"/>
          </p:nvPr>
        </p:nvSpPr>
        <p:spPr>
          <a:xfrm>
            <a:off x="1016003" y="6705600"/>
            <a:ext cx="12895002" cy="2356443"/>
          </a:xfrm>
        </p:spPr>
        <p:txBody>
          <a:bodyPr anchor="ctr">
            <a:normAutofit/>
          </a:bodyPr>
          <a:lstStyle>
            <a:lvl1pPr marL="0" indent="0" algn="l">
              <a:buNone/>
              <a:defRPr sz="2700">
                <a:solidFill>
                  <a:schemeClr val="tx1">
                    <a:lumMod val="75000"/>
                    <a:lumOff val="25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7590162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97001" y="914400"/>
            <a:ext cx="12141201" cy="4533900"/>
          </a:xfrm>
        </p:spPr>
        <p:txBody>
          <a:bodyPr anchor="ctr">
            <a:normAutofit/>
          </a:bodyPr>
          <a:lstStyle>
            <a:lvl1pPr algn="l">
              <a:defRPr sz="66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2049209" y="5448300"/>
            <a:ext cx="10836786" cy="571500"/>
          </a:xfrm>
        </p:spPr>
        <p:txBody>
          <a:bodyPr anchor="ctr">
            <a:noAutofit/>
          </a:bodyPr>
          <a:lstStyle>
            <a:lvl1pPr marL="0" indent="0">
              <a:buFontTx/>
              <a:buNone/>
              <a:defRPr sz="2400">
                <a:solidFill>
                  <a:schemeClr val="tx1">
                    <a:lumMod val="50000"/>
                    <a:lumOff val="50000"/>
                  </a:schemeClr>
                </a:solidFill>
              </a:defRPr>
            </a:lvl1pPr>
            <a:lvl2pPr marL="685800" indent="0">
              <a:buFontTx/>
              <a:buNone/>
              <a:defRPr/>
            </a:lvl2pPr>
            <a:lvl3pPr marL="1371600" indent="0">
              <a:buFontTx/>
              <a:buNone/>
              <a:defRPr/>
            </a:lvl3pPr>
            <a:lvl4pPr marL="2057400" indent="0">
              <a:buFontTx/>
              <a:buNone/>
              <a:defRPr/>
            </a:lvl4pPr>
            <a:lvl5pPr marL="2743200" indent="0">
              <a:buFontTx/>
              <a:buNone/>
              <a:defRPr/>
            </a:lvl5pPr>
          </a:lstStyle>
          <a:p>
            <a:pPr lvl="0"/>
            <a:r>
              <a:rPr lang="en-US"/>
              <a:t>Click to edit Master text styles</a:t>
            </a:r>
          </a:p>
        </p:txBody>
      </p:sp>
      <p:sp>
        <p:nvSpPr>
          <p:cNvPr id="3" name="Text Placeholder 2"/>
          <p:cNvSpPr>
            <a:spLocks noGrp="1"/>
          </p:cNvSpPr>
          <p:nvPr>
            <p:ph type="body" idx="1"/>
          </p:nvPr>
        </p:nvSpPr>
        <p:spPr>
          <a:xfrm>
            <a:off x="1016003" y="6705600"/>
            <a:ext cx="12895002" cy="2356443"/>
          </a:xfrm>
        </p:spPr>
        <p:txBody>
          <a:bodyPr anchor="ctr">
            <a:normAutofit/>
          </a:bodyPr>
          <a:lstStyle>
            <a:lvl1pPr marL="0" indent="0" algn="l">
              <a:buNone/>
              <a:defRPr sz="2700">
                <a:solidFill>
                  <a:schemeClr val="tx1">
                    <a:lumMod val="75000"/>
                    <a:lumOff val="25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
        <p:nvSpPr>
          <p:cNvPr id="24" name="TextBox 23"/>
          <p:cNvSpPr txBox="1"/>
          <p:nvPr/>
        </p:nvSpPr>
        <p:spPr>
          <a:xfrm>
            <a:off x="812805" y="1185567"/>
            <a:ext cx="914400" cy="877164"/>
          </a:xfrm>
          <a:prstGeom prst="rect">
            <a:avLst/>
          </a:prstGeom>
        </p:spPr>
        <p:txBody>
          <a:bodyPr vert="horz" lIns="137160" tIns="68580" rIns="137160" bIns="68580" rtlCol="0" anchor="ctr">
            <a:noAutofit/>
          </a:bodyPr>
          <a:lstStyle/>
          <a:p>
            <a:pPr lvl="0"/>
            <a:r>
              <a:rPr lang="en-US" sz="12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13339517" y="4329834"/>
            <a:ext cx="914400" cy="877164"/>
          </a:xfrm>
          <a:prstGeom prst="rect">
            <a:avLst/>
          </a:prstGeom>
        </p:spPr>
        <p:txBody>
          <a:bodyPr vert="horz" lIns="137160" tIns="68580" rIns="137160" bIns="68580" rtlCol="0" anchor="ctr">
            <a:noAutofit/>
          </a:bodyPr>
          <a:lstStyle/>
          <a:p>
            <a:pPr lvl="0"/>
            <a:r>
              <a:rPr lang="en-US" sz="12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0399246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016003" y="2897982"/>
            <a:ext cx="12895002" cy="3893190"/>
          </a:xfrm>
        </p:spPr>
        <p:txBody>
          <a:bodyPr anchor="b">
            <a:normAutofit/>
          </a:bodyPr>
          <a:lstStyle>
            <a:lvl1pPr algn="l">
              <a:defRPr sz="6600" b="0" cap="none"/>
            </a:lvl1pPr>
          </a:lstStyle>
          <a:p>
            <a:r>
              <a:rPr lang="en-US"/>
              <a:t>Click to edit Master title style</a:t>
            </a:r>
            <a:endParaRPr lang="en-US" dirty="0"/>
          </a:p>
        </p:txBody>
      </p:sp>
      <p:sp>
        <p:nvSpPr>
          <p:cNvPr id="3" name="Text Placeholder 2"/>
          <p:cNvSpPr>
            <a:spLocks noGrp="1"/>
          </p:cNvSpPr>
          <p:nvPr>
            <p:ph type="body" idx="1"/>
          </p:nvPr>
        </p:nvSpPr>
        <p:spPr>
          <a:xfrm>
            <a:off x="1016003" y="6791172"/>
            <a:ext cx="12895002" cy="2270871"/>
          </a:xfrm>
        </p:spPr>
        <p:txBody>
          <a:bodyPr anchor="t">
            <a:normAutofit/>
          </a:bodyPr>
          <a:lstStyle>
            <a:lvl1pPr marL="0" indent="0" algn="l">
              <a:buNone/>
              <a:defRPr sz="2700">
                <a:solidFill>
                  <a:schemeClr val="tx1">
                    <a:lumMod val="75000"/>
                    <a:lumOff val="25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8022730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397001" y="914400"/>
            <a:ext cx="12141201" cy="4533900"/>
          </a:xfrm>
        </p:spPr>
        <p:txBody>
          <a:bodyPr anchor="ctr">
            <a:normAutofit/>
          </a:bodyPr>
          <a:lstStyle>
            <a:lvl1pPr algn="l">
              <a:defRPr sz="66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015999" y="6019800"/>
            <a:ext cx="12895004" cy="771372"/>
          </a:xfrm>
        </p:spPr>
        <p:txBody>
          <a:bodyPr anchor="b">
            <a:noAutofit/>
          </a:bodyPr>
          <a:lstStyle>
            <a:lvl1pPr marL="0" indent="0">
              <a:buFontTx/>
              <a:buNone/>
              <a:defRPr sz="3600">
                <a:solidFill>
                  <a:schemeClr val="tx1">
                    <a:lumMod val="75000"/>
                    <a:lumOff val="25000"/>
                  </a:schemeClr>
                </a:solidFill>
              </a:defRPr>
            </a:lvl1pPr>
            <a:lvl2pPr marL="685800" indent="0">
              <a:buFontTx/>
              <a:buNone/>
              <a:defRPr/>
            </a:lvl2pPr>
            <a:lvl3pPr marL="1371600" indent="0">
              <a:buFontTx/>
              <a:buNone/>
              <a:defRPr/>
            </a:lvl3pPr>
            <a:lvl4pPr marL="2057400" indent="0">
              <a:buFontTx/>
              <a:buNone/>
              <a:defRPr/>
            </a:lvl4pPr>
            <a:lvl5pPr marL="2743200" indent="0">
              <a:buFontTx/>
              <a:buNone/>
              <a:defRPr/>
            </a:lvl5pPr>
          </a:lstStyle>
          <a:p>
            <a:pPr lvl="0"/>
            <a:r>
              <a:rPr lang="en-US"/>
              <a:t>Click to edit Master text styles</a:t>
            </a:r>
          </a:p>
        </p:txBody>
      </p:sp>
      <p:sp>
        <p:nvSpPr>
          <p:cNvPr id="3" name="Text Placeholder 2"/>
          <p:cNvSpPr>
            <a:spLocks noGrp="1"/>
          </p:cNvSpPr>
          <p:nvPr>
            <p:ph type="body" idx="1"/>
          </p:nvPr>
        </p:nvSpPr>
        <p:spPr>
          <a:xfrm>
            <a:off x="1016003" y="6791172"/>
            <a:ext cx="12895002" cy="2270871"/>
          </a:xfrm>
        </p:spPr>
        <p:txBody>
          <a:bodyPr anchor="t">
            <a:normAutofit/>
          </a:bodyPr>
          <a:lstStyle>
            <a:lvl1pPr marL="0" indent="0" algn="l">
              <a:buNone/>
              <a:defRPr sz="2700">
                <a:solidFill>
                  <a:schemeClr val="tx1">
                    <a:lumMod val="50000"/>
                    <a:lumOff val="50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
        <p:nvSpPr>
          <p:cNvPr id="24" name="TextBox 23"/>
          <p:cNvSpPr txBox="1"/>
          <p:nvPr/>
        </p:nvSpPr>
        <p:spPr>
          <a:xfrm>
            <a:off x="812805" y="1185567"/>
            <a:ext cx="914400" cy="877164"/>
          </a:xfrm>
          <a:prstGeom prst="rect">
            <a:avLst/>
          </a:prstGeom>
        </p:spPr>
        <p:txBody>
          <a:bodyPr vert="horz" lIns="137160" tIns="68580" rIns="137160" bIns="68580" rtlCol="0" anchor="ctr">
            <a:noAutofit/>
          </a:bodyPr>
          <a:lstStyle/>
          <a:p>
            <a:pPr lvl="0"/>
            <a:r>
              <a:rPr lang="en-US" sz="12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13339517" y="4329834"/>
            <a:ext cx="914400" cy="877164"/>
          </a:xfrm>
          <a:prstGeom prst="rect">
            <a:avLst/>
          </a:prstGeom>
        </p:spPr>
        <p:txBody>
          <a:bodyPr vert="horz" lIns="137160" tIns="68580" rIns="137160" bIns="68580" rtlCol="0" anchor="ctr">
            <a:noAutofit/>
          </a:bodyPr>
          <a:lstStyle/>
          <a:p>
            <a:pPr lvl="0"/>
            <a:r>
              <a:rPr lang="en-US" sz="12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082600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028699" y="914400"/>
            <a:ext cx="12882305" cy="4533900"/>
          </a:xfrm>
        </p:spPr>
        <p:txBody>
          <a:bodyPr anchor="ctr">
            <a:normAutofit/>
          </a:bodyPr>
          <a:lstStyle>
            <a:lvl1pPr algn="l">
              <a:defRPr sz="66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015999" y="6019800"/>
            <a:ext cx="12895004" cy="771372"/>
          </a:xfrm>
        </p:spPr>
        <p:txBody>
          <a:bodyPr anchor="b">
            <a:noAutofit/>
          </a:bodyPr>
          <a:lstStyle>
            <a:lvl1pPr marL="0" indent="0">
              <a:buFontTx/>
              <a:buNone/>
              <a:defRPr sz="3600">
                <a:solidFill>
                  <a:schemeClr val="accent1"/>
                </a:solidFill>
              </a:defRPr>
            </a:lvl1pPr>
            <a:lvl2pPr marL="685800" indent="0">
              <a:buFontTx/>
              <a:buNone/>
              <a:defRPr/>
            </a:lvl2pPr>
            <a:lvl3pPr marL="1371600" indent="0">
              <a:buFontTx/>
              <a:buNone/>
              <a:defRPr/>
            </a:lvl3pPr>
            <a:lvl4pPr marL="2057400" indent="0">
              <a:buFontTx/>
              <a:buNone/>
              <a:defRPr/>
            </a:lvl4pPr>
            <a:lvl5pPr marL="2743200" indent="0">
              <a:buFontTx/>
              <a:buNone/>
              <a:defRPr/>
            </a:lvl5pPr>
          </a:lstStyle>
          <a:p>
            <a:pPr lvl="0"/>
            <a:r>
              <a:rPr lang="en-US"/>
              <a:t>Click to edit Master text styles</a:t>
            </a:r>
          </a:p>
        </p:txBody>
      </p:sp>
      <p:sp>
        <p:nvSpPr>
          <p:cNvPr id="3" name="Text Placeholder 2"/>
          <p:cNvSpPr>
            <a:spLocks noGrp="1"/>
          </p:cNvSpPr>
          <p:nvPr>
            <p:ph type="body" idx="1"/>
          </p:nvPr>
        </p:nvSpPr>
        <p:spPr>
          <a:xfrm>
            <a:off x="1016003" y="6791172"/>
            <a:ext cx="12895002" cy="2270871"/>
          </a:xfrm>
        </p:spPr>
        <p:txBody>
          <a:bodyPr anchor="t">
            <a:normAutofit/>
          </a:bodyPr>
          <a:lstStyle>
            <a:lvl1pPr marL="0" indent="0" algn="l">
              <a:buNone/>
              <a:defRPr sz="2700">
                <a:solidFill>
                  <a:schemeClr val="tx1">
                    <a:lumMod val="50000"/>
                    <a:lumOff val="50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7486566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550441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951510" y="914399"/>
            <a:ext cx="1957115" cy="787717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1016003" y="914400"/>
            <a:ext cx="10590225" cy="78771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41990853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12700"/>
            <a:ext cx="18288000" cy="10299701"/>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1016001" y="914400"/>
            <a:ext cx="12895002" cy="19812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016001" y="3240884"/>
            <a:ext cx="12895002" cy="5821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807700" y="9062044"/>
            <a:ext cx="1367909" cy="547688"/>
          </a:xfrm>
          <a:prstGeom prst="rect">
            <a:avLst/>
          </a:prstGeom>
        </p:spPr>
        <p:txBody>
          <a:bodyPr vert="horz" lIns="91440" tIns="45720" rIns="91440" bIns="45720" rtlCol="0" anchor="ctr"/>
          <a:lstStyle>
            <a:lvl1pPr algn="r">
              <a:defRPr sz="1350">
                <a:solidFill>
                  <a:schemeClr val="tx1">
                    <a:tint val="75000"/>
                  </a:schemeClr>
                </a:solidFill>
              </a:defRPr>
            </a:lvl1pPr>
          </a:lstStyle>
          <a:p>
            <a:fld id="{1D8BD707-D9CF-40AE-B4C6-C98DA3205C09}" type="datetimeFigureOut">
              <a:rPr lang="en-US" smtClean="0"/>
              <a:t>5/8/2026</a:t>
            </a:fld>
            <a:endParaRPr lang="en-US"/>
          </a:p>
        </p:txBody>
      </p:sp>
      <p:sp>
        <p:nvSpPr>
          <p:cNvPr id="5" name="Footer Placeholder 4"/>
          <p:cNvSpPr>
            <a:spLocks noGrp="1"/>
          </p:cNvSpPr>
          <p:nvPr>
            <p:ph type="ftr" sz="quarter" idx="3"/>
          </p:nvPr>
        </p:nvSpPr>
        <p:spPr>
          <a:xfrm>
            <a:off x="1016001" y="9062044"/>
            <a:ext cx="9446418" cy="547688"/>
          </a:xfrm>
          <a:prstGeom prst="rect">
            <a:avLst/>
          </a:prstGeom>
        </p:spPr>
        <p:txBody>
          <a:bodyPr vert="horz" lIns="91440" tIns="45720" rIns="91440" bIns="45720" rtlCol="0" anchor="ctr"/>
          <a:lstStyle>
            <a:lvl1pPr algn="l">
              <a:defRPr sz="135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2885995" y="9062044"/>
            <a:ext cx="1025009" cy="547688"/>
          </a:xfrm>
          <a:prstGeom prst="rect">
            <a:avLst/>
          </a:prstGeom>
        </p:spPr>
        <p:txBody>
          <a:bodyPr vert="horz" lIns="91440" tIns="45720" rIns="91440" bIns="45720" rtlCol="0" anchor="ctr"/>
          <a:lstStyle>
            <a:lvl1pPr algn="r">
              <a:defRPr sz="1350">
                <a:solidFill>
                  <a:schemeClr val="accent1"/>
                </a:solidFill>
              </a:defRPr>
            </a:lvl1pPr>
          </a:lstStyle>
          <a:p>
            <a:fld id="{B6F15528-21DE-4FAA-801E-634DDDAF4B2B}" type="slidenum">
              <a:rPr lang="en-IN" smtClean="0"/>
              <a:t>‹#›</a:t>
            </a:fld>
            <a:endParaRPr lang="en-IN"/>
          </a:p>
        </p:txBody>
      </p:sp>
    </p:spTree>
    <p:extLst>
      <p:ext uri="{BB962C8B-B14F-4D97-AF65-F5344CB8AC3E}">
        <p14:creationId xmlns:p14="http://schemas.microsoft.com/office/powerpoint/2010/main" val="790536397"/>
      </p:ext>
    </p:extLst>
  </p:cSld>
  <p:clrMap bg1="lt1" tx1="dk1" bg2="lt2" tx2="dk2" accent1="accent1" accent2="accent2" accent3="accent3" accent4="accent4" accent5="accent5" accent6="accent6" hlink="hlink" folHlink="folHlink"/>
  <p:sldLayoutIdLst>
    <p:sldLayoutId id="2147483815" r:id="rId1"/>
    <p:sldLayoutId id="2147483816" r:id="rId2"/>
    <p:sldLayoutId id="2147483817" r:id="rId3"/>
    <p:sldLayoutId id="2147483818" r:id="rId4"/>
    <p:sldLayoutId id="2147483819" r:id="rId5"/>
    <p:sldLayoutId id="2147483820" r:id="rId6"/>
    <p:sldLayoutId id="2147483821" r:id="rId7"/>
    <p:sldLayoutId id="2147483822" r:id="rId8"/>
    <p:sldLayoutId id="2147483823" r:id="rId9"/>
    <p:sldLayoutId id="2147483824" r:id="rId10"/>
    <p:sldLayoutId id="2147483825" r:id="rId11"/>
    <p:sldLayoutId id="2147483826" r:id="rId12"/>
    <p:sldLayoutId id="2147483827" r:id="rId13"/>
    <p:sldLayoutId id="2147483828" r:id="rId14"/>
    <p:sldLayoutId id="2147483829" r:id="rId15"/>
    <p:sldLayoutId id="2147483830" r:id="rId16"/>
  </p:sldLayoutIdLst>
  <p:txStyles>
    <p:titleStyle>
      <a:lvl1pPr algn="l" defTabSz="6858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514350" indent="-514350" algn="l" defTabSz="685800" rtl="0" eaLnBrk="1" latinLnBrk="0" hangingPunct="1">
        <a:spcBef>
          <a:spcPts val="1500"/>
        </a:spcBef>
        <a:spcAft>
          <a:spcPts val="0"/>
        </a:spcAft>
        <a:buClr>
          <a:schemeClr val="accent1"/>
        </a:buClr>
        <a:buSzPct val="80000"/>
        <a:buFont typeface="Wingdings 3" charset="2"/>
        <a:buChar char=""/>
        <a:defRPr sz="2700" kern="1200">
          <a:solidFill>
            <a:schemeClr val="tx1">
              <a:lumMod val="75000"/>
              <a:lumOff val="25000"/>
            </a:schemeClr>
          </a:solidFill>
          <a:latin typeface="+mn-lt"/>
          <a:ea typeface="+mn-ea"/>
          <a:cs typeface="+mn-cs"/>
        </a:defRPr>
      </a:lvl1pPr>
      <a:lvl2pPr marL="1114425" indent="-428625" algn="l" defTabSz="685800" rtl="0" eaLnBrk="1" latinLnBrk="0" hangingPunct="1">
        <a:spcBef>
          <a:spcPts val="1500"/>
        </a:spcBef>
        <a:spcAft>
          <a:spcPts val="0"/>
        </a:spcAft>
        <a:buClr>
          <a:schemeClr val="accent1"/>
        </a:buClr>
        <a:buSzPct val="80000"/>
        <a:buFont typeface="Wingdings 3" charset="2"/>
        <a:buChar char=""/>
        <a:defRPr sz="2400" kern="1200">
          <a:solidFill>
            <a:schemeClr val="tx1">
              <a:lumMod val="75000"/>
              <a:lumOff val="25000"/>
            </a:schemeClr>
          </a:solidFill>
          <a:latin typeface="+mn-lt"/>
          <a:ea typeface="+mn-ea"/>
          <a:cs typeface="+mn-cs"/>
        </a:defRPr>
      </a:lvl2pPr>
      <a:lvl3pPr marL="1714500" indent="-342900" algn="l" defTabSz="685800" rtl="0" eaLnBrk="1" latinLnBrk="0" hangingPunct="1">
        <a:spcBef>
          <a:spcPts val="1500"/>
        </a:spcBef>
        <a:spcAft>
          <a:spcPts val="0"/>
        </a:spcAft>
        <a:buClr>
          <a:schemeClr val="accent1"/>
        </a:buClr>
        <a:buSzPct val="80000"/>
        <a:buFont typeface="Wingdings 3" charset="2"/>
        <a:buChar char=""/>
        <a:defRPr sz="2100" kern="1200">
          <a:solidFill>
            <a:schemeClr val="tx1">
              <a:lumMod val="75000"/>
              <a:lumOff val="25000"/>
            </a:schemeClr>
          </a:solidFill>
          <a:latin typeface="+mn-lt"/>
          <a:ea typeface="+mn-ea"/>
          <a:cs typeface="+mn-cs"/>
        </a:defRPr>
      </a:lvl3pPr>
      <a:lvl4pPr marL="2400300" indent="-342900" algn="l" defTabSz="685800" rtl="0" eaLnBrk="1" latinLnBrk="0" hangingPunct="1">
        <a:spcBef>
          <a:spcPts val="15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4pPr>
      <a:lvl5pPr marL="3086100" indent="-342900" algn="l" defTabSz="685800" rtl="0" eaLnBrk="1" latinLnBrk="0" hangingPunct="1">
        <a:spcBef>
          <a:spcPts val="15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5pPr>
      <a:lvl6pPr marL="3771900" indent="-342900" algn="l" defTabSz="685800" rtl="0" eaLnBrk="1" latinLnBrk="0" hangingPunct="1">
        <a:spcBef>
          <a:spcPts val="15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6pPr>
      <a:lvl7pPr marL="4457700" indent="-342900" algn="l" defTabSz="685800" rtl="0" eaLnBrk="1" latinLnBrk="0" hangingPunct="1">
        <a:spcBef>
          <a:spcPts val="15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7pPr>
      <a:lvl8pPr marL="5143500" indent="-342900" algn="l" defTabSz="685800" rtl="0" eaLnBrk="1" latinLnBrk="0" hangingPunct="1">
        <a:spcBef>
          <a:spcPts val="15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8pPr>
      <a:lvl9pPr marL="5829300" indent="-342900" algn="l" defTabSz="685800" rtl="0" eaLnBrk="1" latinLnBrk="0" hangingPunct="1">
        <a:spcBef>
          <a:spcPts val="15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9pPr>
    </p:bodyStyle>
    <p:other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6667627" y="1401578"/>
            <a:ext cx="7745095" cy="635000"/>
          </a:xfrm>
          <a:prstGeom prst="rect">
            <a:avLst/>
          </a:prstGeom>
        </p:spPr>
        <p:txBody>
          <a:bodyPr vert="horz" wrap="square" lIns="0" tIns="12065" rIns="0" bIns="0" rtlCol="0">
            <a:spAutoFit/>
          </a:bodyPr>
          <a:lstStyle/>
          <a:p>
            <a:pPr marL="12700">
              <a:lnSpc>
                <a:spcPct val="100000"/>
              </a:lnSpc>
              <a:spcBef>
                <a:spcPts val="95"/>
              </a:spcBef>
            </a:pPr>
            <a:r>
              <a:rPr sz="4000" b="1" spc="-40">
                <a:solidFill>
                  <a:srgbClr val="FFFFFF"/>
                </a:solidFill>
                <a:latin typeface="Arial"/>
                <a:cs typeface="Arial"/>
              </a:rPr>
              <a:t>DEPARTMENT</a:t>
            </a:r>
            <a:r>
              <a:rPr sz="4000" b="1" spc="-15">
                <a:solidFill>
                  <a:srgbClr val="FFFFFF"/>
                </a:solidFill>
                <a:latin typeface="Arial"/>
                <a:cs typeface="Arial"/>
              </a:rPr>
              <a:t> </a:t>
            </a:r>
            <a:r>
              <a:rPr sz="4000" b="1" spc="-5">
                <a:solidFill>
                  <a:srgbClr val="FFFFFF"/>
                </a:solidFill>
                <a:latin typeface="Arial"/>
                <a:cs typeface="Arial"/>
              </a:rPr>
              <a:t>OF</a:t>
            </a:r>
            <a:r>
              <a:rPr sz="4000" b="1">
                <a:solidFill>
                  <a:srgbClr val="FFFFFF"/>
                </a:solidFill>
                <a:latin typeface="Arial"/>
                <a:cs typeface="Arial"/>
              </a:rPr>
              <a:t> </a:t>
            </a:r>
            <a:r>
              <a:rPr sz="4000" b="1" spc="-5">
                <a:solidFill>
                  <a:srgbClr val="FFFFFF"/>
                </a:solidFill>
                <a:latin typeface="Arial"/>
                <a:cs typeface="Arial"/>
              </a:rPr>
              <a:t>ISE,</a:t>
            </a:r>
            <a:r>
              <a:rPr sz="4000" b="1">
                <a:solidFill>
                  <a:srgbClr val="FFFFFF"/>
                </a:solidFill>
                <a:latin typeface="Arial"/>
                <a:cs typeface="Arial"/>
              </a:rPr>
              <a:t> </a:t>
            </a:r>
            <a:r>
              <a:rPr sz="4000" b="1" spc="-10">
                <a:solidFill>
                  <a:srgbClr val="FFFFFF"/>
                </a:solidFill>
                <a:latin typeface="Arial"/>
                <a:cs typeface="Arial"/>
              </a:rPr>
              <a:t>HASSAN</a:t>
            </a:r>
            <a:endParaRPr sz="4000">
              <a:latin typeface="Arial"/>
              <a:cs typeface="Arial"/>
            </a:endParaRPr>
          </a:p>
        </p:txBody>
      </p:sp>
      <p:sp>
        <p:nvSpPr>
          <p:cNvPr id="14" name="Text 0">
            <a:extLst>
              <a:ext uri="{FF2B5EF4-FFF2-40B4-BE49-F238E27FC236}">
                <a16:creationId xmlns:a16="http://schemas.microsoft.com/office/drawing/2014/main" xmlns="" id="{71E114B0-9A8F-4838-209D-F4DD4FA6681F}"/>
              </a:ext>
            </a:extLst>
          </p:cNvPr>
          <p:cNvSpPr/>
          <p:nvPr/>
        </p:nvSpPr>
        <p:spPr>
          <a:xfrm>
            <a:off x="1634248" y="466929"/>
            <a:ext cx="15175148" cy="1828799"/>
          </a:xfrm>
          <a:prstGeom prst="rect">
            <a:avLst/>
          </a:prstGeom>
          <a:noFill/>
          <a:ln/>
        </p:spPr>
        <p:txBody>
          <a:bodyPr wrap="none" lIns="0" tIns="0" rIns="0" bIns="0" rtlCol="0" anchor="t"/>
          <a:lstStyle/>
          <a:p>
            <a:pPr fontAlgn="base">
              <a:lnSpc>
                <a:spcPct val="150000"/>
              </a:lnSpc>
            </a:pPr>
            <a:r>
              <a:rPr lang="en-US" sz="4000" b="1" dirty="0" smtClean="0">
                <a:solidFill>
                  <a:srgbClr val="312F2B"/>
                </a:solidFill>
                <a:latin typeface="Times New Roman" panose="02020603050405020304" pitchFamily="18" charset="0"/>
                <a:ea typeface="Gelasio" pitchFamily="34" charset="-122"/>
                <a:cs typeface="Times New Roman" panose="02020603050405020304" pitchFamily="18" charset="0"/>
              </a:rPr>
              <a:t>                           </a:t>
            </a:r>
            <a:r>
              <a:rPr lang="en-US" sz="4400" b="1" dirty="0" smtClean="0">
                <a:solidFill>
                  <a:srgbClr val="312F2B"/>
                </a:solidFill>
                <a:latin typeface="Times New Roman" panose="02020603050405020304" pitchFamily="18" charset="0"/>
                <a:ea typeface="Gelasio" pitchFamily="34" charset="-122"/>
                <a:cs typeface="Times New Roman" panose="02020603050405020304" pitchFamily="18" charset="0"/>
              </a:rPr>
              <a:t> Internship  Phase </a:t>
            </a:r>
            <a:r>
              <a:rPr lang="en-US" sz="4400" b="1" dirty="0">
                <a:solidFill>
                  <a:srgbClr val="312F2B"/>
                </a:solidFill>
                <a:latin typeface="Times New Roman" panose="02020603050405020304" pitchFamily="18" charset="0"/>
                <a:ea typeface="Gelasio" pitchFamily="34" charset="-122"/>
                <a:cs typeface="Times New Roman" panose="02020603050405020304" pitchFamily="18" charset="0"/>
              </a:rPr>
              <a:t>– 2 </a:t>
            </a:r>
            <a:r>
              <a:rPr lang="en-US" sz="4400" b="1" dirty="0" smtClean="0">
                <a:solidFill>
                  <a:srgbClr val="312F2B"/>
                </a:solidFill>
                <a:latin typeface="Times New Roman" panose="02020603050405020304" pitchFamily="18" charset="0"/>
                <a:ea typeface="Gelasio" pitchFamily="34" charset="-122"/>
                <a:cs typeface="Times New Roman" panose="02020603050405020304" pitchFamily="18" charset="0"/>
              </a:rPr>
              <a:t> </a:t>
            </a:r>
            <a:r>
              <a:rPr lang="en-US" sz="4400" b="1" dirty="0" smtClean="0">
                <a:latin typeface="Times New Roman" panose="02020603050405020304" pitchFamily="18" charset="0"/>
                <a:cs typeface="Times New Roman" panose="02020603050405020304" pitchFamily="18" charset="0"/>
              </a:rPr>
              <a:t>Presentation</a:t>
            </a:r>
            <a:r>
              <a:rPr lang="en-IN" sz="4400" b="1" dirty="0">
                <a:latin typeface="Times New Roman" panose="02020603050405020304" pitchFamily="18" charset="0"/>
                <a:cs typeface="Times New Roman" panose="02020603050405020304" pitchFamily="18" charset="0"/>
              </a:rPr>
              <a:t>​</a:t>
            </a:r>
          </a:p>
          <a:p>
            <a:pPr algn="ctr" fontAlgn="base">
              <a:lnSpc>
                <a:spcPct val="150000"/>
              </a:lnSpc>
            </a:pPr>
            <a:r>
              <a:rPr lang="en-US" sz="4000" b="1" dirty="0"/>
              <a:t>(22INT) </a:t>
            </a:r>
            <a:r>
              <a:rPr lang="en-IN" sz="4000" dirty="0"/>
              <a:t>​</a:t>
            </a:r>
            <a:br>
              <a:rPr lang="en-IN" sz="4000" dirty="0"/>
            </a:br>
            <a:endParaRPr lang="en-IN" sz="4000" dirty="0"/>
          </a:p>
          <a:p>
            <a:pPr marL="0" indent="0" algn="ctr">
              <a:lnSpc>
                <a:spcPts val="5550"/>
              </a:lnSpc>
              <a:buNone/>
            </a:pPr>
            <a:endParaRPr lang="en-US" sz="4450" dirty="0"/>
          </a:p>
        </p:txBody>
      </p:sp>
      <p:sp>
        <p:nvSpPr>
          <p:cNvPr id="16" name="TextBox 15">
            <a:extLst>
              <a:ext uri="{FF2B5EF4-FFF2-40B4-BE49-F238E27FC236}">
                <a16:creationId xmlns:a16="http://schemas.microsoft.com/office/drawing/2014/main" xmlns="" id="{C049BDEC-57E3-039A-827C-4B1716CEF0C2}"/>
              </a:ext>
            </a:extLst>
          </p:cNvPr>
          <p:cNvSpPr txBox="1"/>
          <p:nvPr/>
        </p:nvSpPr>
        <p:spPr>
          <a:xfrm>
            <a:off x="749259" y="3386478"/>
            <a:ext cx="10184629" cy="3416320"/>
          </a:xfrm>
          <a:prstGeom prst="rect">
            <a:avLst/>
          </a:prstGeom>
          <a:noFill/>
        </p:spPr>
        <p:txBody>
          <a:bodyPr wrap="square" rtlCol="0">
            <a:spAutoFit/>
          </a:bodyPr>
          <a:lstStyle/>
          <a:p>
            <a:pPr algn="just">
              <a:lnSpc>
                <a:spcPct val="150000"/>
              </a:lnSpc>
              <a:buSzPct val="100000"/>
            </a:pPr>
            <a:r>
              <a:rPr lang="en-US" sz="2400" b="1" dirty="0">
                <a:solidFill>
                  <a:srgbClr val="272525"/>
                </a:solidFill>
                <a:latin typeface="Lato" pitchFamily="34" charset="0"/>
                <a:ea typeface="Lato" pitchFamily="34" charset="-122"/>
                <a:cs typeface="Lato" pitchFamily="34" charset="-120"/>
              </a:rPr>
              <a:t>Internship Title:</a:t>
            </a:r>
            <a:r>
              <a:rPr lang="en-US" sz="2400" dirty="0">
                <a:solidFill>
                  <a:srgbClr val="272525"/>
                </a:solidFill>
                <a:latin typeface="Lato" pitchFamily="34" charset="0"/>
                <a:ea typeface="Lato" pitchFamily="34" charset="-122"/>
                <a:cs typeface="Lato" pitchFamily="34" charset="-120"/>
              </a:rPr>
              <a:t> Android App Development using Gen AI</a:t>
            </a:r>
            <a:endParaRPr lang="en-US" sz="2400" dirty="0"/>
          </a:p>
          <a:p>
            <a:pPr algn="just">
              <a:lnSpc>
                <a:spcPct val="150000"/>
              </a:lnSpc>
              <a:buSzPct val="100000"/>
            </a:pPr>
            <a:r>
              <a:rPr lang="en-US" sz="2400" b="1" dirty="0">
                <a:solidFill>
                  <a:srgbClr val="272525"/>
                </a:solidFill>
                <a:latin typeface="Lato" pitchFamily="34" charset="0"/>
                <a:ea typeface="Lato" pitchFamily="34" charset="-122"/>
                <a:cs typeface="Lato" pitchFamily="34" charset="-120"/>
              </a:rPr>
              <a:t>Company:</a:t>
            </a:r>
            <a:r>
              <a:rPr lang="en-US" sz="2400" dirty="0">
                <a:solidFill>
                  <a:srgbClr val="272525"/>
                </a:solidFill>
                <a:latin typeface="Lato" pitchFamily="34" charset="0"/>
                <a:ea typeface="Lato" pitchFamily="34" charset="-122"/>
                <a:cs typeface="Lato" pitchFamily="34" charset="-120"/>
              </a:rPr>
              <a:t> MindMatrix</a:t>
            </a:r>
            <a:endParaRPr lang="en-US" sz="2400" dirty="0"/>
          </a:p>
          <a:p>
            <a:pPr algn="just">
              <a:lnSpc>
                <a:spcPct val="150000"/>
              </a:lnSpc>
              <a:buSzPct val="100000"/>
            </a:pPr>
            <a:r>
              <a:rPr lang="en-US" sz="2400" b="1" dirty="0">
                <a:solidFill>
                  <a:srgbClr val="272525"/>
                </a:solidFill>
                <a:latin typeface="Lato" pitchFamily="34" charset="0"/>
                <a:ea typeface="Lato" pitchFamily="34" charset="-122"/>
                <a:cs typeface="Lato" pitchFamily="34" charset="-120"/>
              </a:rPr>
              <a:t>Name:</a:t>
            </a:r>
            <a:r>
              <a:rPr lang="en-US" sz="2400" dirty="0">
                <a:solidFill>
                  <a:srgbClr val="272525"/>
                </a:solidFill>
                <a:latin typeface="Lato" pitchFamily="34" charset="0"/>
                <a:ea typeface="Lato" pitchFamily="34" charset="-122"/>
                <a:cs typeface="Lato" pitchFamily="34" charset="-120"/>
              </a:rPr>
              <a:t> </a:t>
            </a:r>
            <a:r>
              <a:rPr lang="en-US" sz="2400" dirty="0" smtClean="0">
                <a:solidFill>
                  <a:srgbClr val="272525"/>
                </a:solidFill>
                <a:latin typeface="Lato" pitchFamily="34" charset="0"/>
                <a:ea typeface="Lato" pitchFamily="34" charset="-122"/>
                <a:cs typeface="Lato" pitchFamily="34" charset="-120"/>
              </a:rPr>
              <a:t>KIRAN P S</a:t>
            </a:r>
            <a:endParaRPr lang="en-US" sz="2400" dirty="0"/>
          </a:p>
          <a:p>
            <a:pPr algn="just">
              <a:lnSpc>
                <a:spcPct val="150000"/>
              </a:lnSpc>
              <a:buSzPct val="100000"/>
            </a:pPr>
            <a:r>
              <a:rPr lang="en-US" sz="2400" b="1" dirty="0">
                <a:solidFill>
                  <a:srgbClr val="272525"/>
                </a:solidFill>
                <a:latin typeface="Lato" pitchFamily="34" charset="0"/>
                <a:ea typeface="Lato" pitchFamily="34" charset="-122"/>
                <a:cs typeface="Lato" pitchFamily="34" charset="-120"/>
              </a:rPr>
              <a:t>USN:</a:t>
            </a:r>
            <a:r>
              <a:rPr lang="en-US" sz="2400" dirty="0">
                <a:solidFill>
                  <a:srgbClr val="272525"/>
                </a:solidFill>
                <a:latin typeface="Lato" pitchFamily="34" charset="0"/>
                <a:ea typeface="Lato" pitchFamily="34" charset="-122"/>
                <a:cs typeface="Lato" pitchFamily="34" charset="-120"/>
              </a:rPr>
              <a:t> </a:t>
            </a:r>
            <a:r>
              <a:rPr lang="en-US" sz="2400" dirty="0" smtClean="0">
                <a:solidFill>
                  <a:srgbClr val="272525"/>
                </a:solidFill>
                <a:latin typeface="Lato" pitchFamily="34" charset="0"/>
                <a:ea typeface="Lato" pitchFamily="34" charset="-122"/>
                <a:cs typeface="Lato" pitchFamily="34" charset="-120"/>
              </a:rPr>
              <a:t>4MC22CS082</a:t>
            </a:r>
            <a:endParaRPr lang="en-US" sz="2400" dirty="0"/>
          </a:p>
          <a:p>
            <a:pPr algn="just">
              <a:lnSpc>
                <a:spcPct val="150000"/>
              </a:lnSpc>
              <a:buSzPct val="100000"/>
            </a:pPr>
            <a:r>
              <a:rPr lang="en-US" sz="2400" b="1" dirty="0">
                <a:solidFill>
                  <a:srgbClr val="272525"/>
                </a:solidFill>
                <a:latin typeface="Lato" pitchFamily="34" charset="0"/>
                <a:ea typeface="Lato" pitchFamily="34" charset="-122"/>
                <a:cs typeface="Lato" pitchFamily="34" charset="-120"/>
              </a:rPr>
              <a:t>Branch:</a:t>
            </a:r>
            <a:r>
              <a:rPr lang="en-US" sz="2400" dirty="0">
                <a:solidFill>
                  <a:srgbClr val="272525"/>
                </a:solidFill>
                <a:latin typeface="Lato" pitchFamily="34" charset="0"/>
                <a:ea typeface="Lato" pitchFamily="34" charset="-122"/>
                <a:cs typeface="Lato" pitchFamily="34" charset="-120"/>
              </a:rPr>
              <a:t> Computer Science &amp; Engineering</a:t>
            </a:r>
            <a:endParaRPr lang="en-US" sz="2400" dirty="0"/>
          </a:p>
          <a:p>
            <a:pPr algn="just">
              <a:lnSpc>
                <a:spcPct val="150000"/>
              </a:lnSpc>
              <a:buSzPct val="100000"/>
            </a:pPr>
            <a:r>
              <a:rPr lang="en-US" sz="2400" b="1" dirty="0">
                <a:solidFill>
                  <a:srgbClr val="272525"/>
                </a:solidFill>
                <a:latin typeface="Lato" pitchFamily="34" charset="0"/>
                <a:ea typeface="Lato" pitchFamily="34" charset="-122"/>
                <a:cs typeface="Lato" pitchFamily="34" charset="-120"/>
              </a:rPr>
              <a:t>Course:</a:t>
            </a:r>
            <a:r>
              <a:rPr lang="en-US" sz="2400" dirty="0">
                <a:solidFill>
                  <a:srgbClr val="272525"/>
                </a:solidFill>
                <a:latin typeface="Lato" pitchFamily="34" charset="0"/>
                <a:ea typeface="Lato" pitchFamily="34" charset="-122"/>
                <a:cs typeface="Lato" pitchFamily="34" charset="-120"/>
              </a:rPr>
              <a:t> Android App Development using Gen AI</a:t>
            </a:r>
            <a:endParaRPr lang="en-US" sz="2400" dirty="0"/>
          </a:p>
        </p:txBody>
      </p:sp>
      <p:sp>
        <p:nvSpPr>
          <p:cNvPr id="18" name="Text 1">
            <a:extLst>
              <a:ext uri="{FF2B5EF4-FFF2-40B4-BE49-F238E27FC236}">
                <a16:creationId xmlns:a16="http://schemas.microsoft.com/office/drawing/2014/main" xmlns="" id="{5C5BCFC5-F070-522B-708B-FFC6C277FEAE}"/>
              </a:ext>
            </a:extLst>
          </p:cNvPr>
          <p:cNvSpPr/>
          <p:nvPr/>
        </p:nvSpPr>
        <p:spPr>
          <a:xfrm>
            <a:off x="10203977" y="6070060"/>
            <a:ext cx="3259104" cy="3424136"/>
          </a:xfrm>
          <a:prstGeom prst="rect">
            <a:avLst/>
          </a:prstGeom>
          <a:noFill/>
          <a:ln/>
        </p:spPr>
        <p:txBody>
          <a:bodyPr wrap="square" lIns="0" tIns="0" rIns="0" bIns="0" rtlCol="0" anchor="t"/>
          <a:lstStyle/>
          <a:p>
            <a:pPr algn="ctr" fontAlgn="base">
              <a:lnSpc>
                <a:spcPct val="150000"/>
              </a:lnSpc>
            </a:pPr>
            <a:r>
              <a:rPr lang="en-US" sz="2400" b="1" dirty="0">
                <a:latin typeface="Times New Roman" pitchFamily="18" charset="0"/>
                <a:cs typeface="Times New Roman" pitchFamily="18" charset="0"/>
              </a:rPr>
              <a:t>Internship Guide​</a:t>
            </a:r>
          </a:p>
          <a:p>
            <a:pPr algn="ctr" fontAlgn="base">
              <a:lnSpc>
                <a:spcPct val="150000"/>
              </a:lnSpc>
            </a:pPr>
            <a:r>
              <a:rPr lang="en-US" sz="2400" dirty="0">
                <a:latin typeface="Times New Roman" pitchFamily="18" charset="0"/>
                <a:cs typeface="Times New Roman" pitchFamily="18" charset="0"/>
              </a:rPr>
              <a:t>Mrs. </a:t>
            </a:r>
            <a:r>
              <a:rPr lang="en-US" sz="2400" dirty="0" err="1" smtClean="0">
                <a:latin typeface="Times New Roman" pitchFamily="18" charset="0"/>
                <a:cs typeface="Times New Roman" pitchFamily="18" charset="0"/>
              </a:rPr>
              <a:t>Prakruthi</a:t>
            </a:r>
            <a:r>
              <a:rPr lang="en-US" sz="2400" dirty="0" smtClean="0">
                <a:latin typeface="Times New Roman" pitchFamily="18" charset="0"/>
                <a:cs typeface="Times New Roman" pitchFamily="18" charset="0"/>
              </a:rPr>
              <a:t> m b</a:t>
            </a:r>
            <a:endParaRPr lang="en-US" sz="2400" dirty="0">
              <a:latin typeface="Times New Roman" pitchFamily="18" charset="0"/>
              <a:cs typeface="Times New Roman" pitchFamily="18" charset="0"/>
            </a:endParaRPr>
          </a:p>
          <a:p>
            <a:pPr algn="ctr" fontAlgn="base">
              <a:lnSpc>
                <a:spcPct val="150000"/>
              </a:lnSpc>
            </a:pPr>
            <a:r>
              <a:rPr lang="en-US" sz="2400" dirty="0">
                <a:latin typeface="Times New Roman" pitchFamily="18" charset="0"/>
                <a:cs typeface="Times New Roman" pitchFamily="18" charset="0"/>
              </a:rPr>
              <a:t>Associate Professor ​</a:t>
            </a:r>
          </a:p>
          <a:p>
            <a:pPr algn="ctr" fontAlgn="base">
              <a:lnSpc>
                <a:spcPct val="150000"/>
              </a:lnSpc>
            </a:pPr>
            <a:r>
              <a:rPr lang="en-US" sz="2400" dirty="0">
                <a:latin typeface="Times New Roman" pitchFamily="18" charset="0"/>
                <a:cs typeface="Times New Roman" pitchFamily="18" charset="0"/>
              </a:rPr>
              <a:t>Department of CSE ​</a:t>
            </a:r>
          </a:p>
          <a:p>
            <a:pPr algn="ctr" fontAlgn="base">
              <a:lnSpc>
                <a:spcPct val="150000"/>
              </a:lnSpc>
            </a:pPr>
            <a:r>
              <a:rPr lang="en-US" sz="2400" dirty="0">
                <a:latin typeface="Times New Roman" pitchFamily="18" charset="0"/>
                <a:cs typeface="Times New Roman" pitchFamily="18" charset="0"/>
              </a:rPr>
              <a:t>MCE, Hassan​</a:t>
            </a:r>
          </a:p>
          <a:p>
            <a:pPr algn="ctr">
              <a:lnSpc>
                <a:spcPct val="150000"/>
              </a:lnSpc>
              <a:buSzPct val="100000"/>
            </a:pPr>
            <a:endParaRPr lang="en-US" sz="1600" dirty="0"/>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4438A727-952E-1FFB-4109-8AEE67C5F09F}"/>
              </a:ext>
            </a:extLst>
          </p:cNvPr>
          <p:cNvSpPr txBox="1"/>
          <p:nvPr/>
        </p:nvSpPr>
        <p:spPr>
          <a:xfrm>
            <a:off x="855196" y="428017"/>
            <a:ext cx="16954499" cy="2585323"/>
          </a:xfrm>
          <a:prstGeom prst="rect">
            <a:avLst/>
          </a:prstGeom>
          <a:noFill/>
        </p:spPr>
        <p:txBody>
          <a:bodyPr wrap="square">
            <a:spAutoFit/>
          </a:bodyPr>
          <a:lstStyle/>
          <a:p>
            <a:r>
              <a:rPr lang="en-IN" sz="5400" dirty="0" smtClean="0"/>
              <a:t>                        </a:t>
            </a:r>
            <a:r>
              <a:rPr lang="en-IN" sz="5400" b="1" dirty="0" err="1" smtClean="0">
                <a:solidFill>
                  <a:srgbClr val="002060"/>
                </a:solidFill>
                <a:latin typeface="Times New Roman" pitchFamily="18" charset="0"/>
                <a:cs typeface="Times New Roman" pitchFamily="18" charset="0"/>
              </a:rPr>
              <a:t>Jal-Sanchay</a:t>
            </a:r>
            <a:r>
              <a:rPr lang="en-IN" sz="5400" b="1" dirty="0" smtClean="0">
                <a:solidFill>
                  <a:srgbClr val="002060"/>
                </a:solidFill>
                <a:latin typeface="Times New Roman" pitchFamily="18" charset="0"/>
                <a:cs typeface="Times New Roman" pitchFamily="18" charset="0"/>
              </a:rPr>
              <a:t> Tracker</a:t>
            </a:r>
          </a:p>
          <a:p>
            <a:endParaRPr lang="en-IN" sz="5400" dirty="0">
              <a:solidFill>
                <a:srgbClr val="002060"/>
              </a:solidFill>
              <a:latin typeface="Playfair Display Bold" panose="00000800000000000000" pitchFamily="2" charset="0"/>
            </a:endParaRPr>
          </a:p>
          <a:p>
            <a:r>
              <a:rPr lang="en-US" sz="4800" b="1" dirty="0" smtClean="0">
                <a:solidFill>
                  <a:srgbClr val="002060"/>
                </a:solidFill>
                <a:latin typeface="Playfair Display Bold" panose="00000800000000000000" pitchFamily="2" charset="0"/>
              </a:rPr>
              <a:t>INTRODUCTION</a:t>
            </a:r>
            <a:r>
              <a:rPr lang="en-US" sz="5400" b="1" dirty="0" smtClean="0">
                <a:solidFill>
                  <a:srgbClr val="002060"/>
                </a:solidFill>
                <a:latin typeface="Playfair Display Bold" panose="00000800000000000000" pitchFamily="2" charset="0"/>
              </a:rPr>
              <a:t>:</a:t>
            </a:r>
            <a:endParaRPr lang="en-US" sz="5400" b="1" dirty="0">
              <a:solidFill>
                <a:srgbClr val="002060"/>
              </a:solidFill>
              <a:latin typeface="Playfair Display Bold" panose="00000800000000000000" pitchFamily="2" charset="0"/>
            </a:endParaRPr>
          </a:p>
        </p:txBody>
      </p:sp>
      <p:sp>
        <p:nvSpPr>
          <p:cNvPr id="3" name="TextBox 2">
            <a:extLst>
              <a:ext uri="{FF2B5EF4-FFF2-40B4-BE49-F238E27FC236}">
                <a16:creationId xmlns:a16="http://schemas.microsoft.com/office/drawing/2014/main" xmlns="" id="{B8255BC9-707B-4495-27A9-4FED65609B72}"/>
              </a:ext>
            </a:extLst>
          </p:cNvPr>
          <p:cNvSpPr txBox="1"/>
          <p:nvPr/>
        </p:nvSpPr>
        <p:spPr>
          <a:xfrm>
            <a:off x="969495" y="3329489"/>
            <a:ext cx="13108441" cy="6001643"/>
          </a:xfrm>
          <a:prstGeom prst="rect">
            <a:avLst/>
          </a:prstGeom>
          <a:noFill/>
        </p:spPr>
        <p:txBody>
          <a:bodyPr wrap="square">
            <a:spAutoFit/>
          </a:bodyPr>
          <a:lstStyle/>
          <a:p>
            <a:r>
              <a:rPr lang="en-US" sz="3200" dirty="0" err="1" smtClean="0">
                <a:latin typeface="Times New Roman" panose="02020603050405020304" pitchFamily="18" charset="0"/>
                <a:cs typeface="Times New Roman" panose="02020603050405020304" pitchFamily="18" charset="0"/>
              </a:rPr>
              <a:t>Jal-Sanchay</a:t>
            </a:r>
            <a:r>
              <a:rPr lang="en-US" sz="3200" dirty="0" smtClean="0">
                <a:latin typeface="Times New Roman" panose="02020603050405020304" pitchFamily="18" charset="0"/>
                <a:cs typeface="Times New Roman" panose="02020603050405020304" pitchFamily="18" charset="0"/>
              </a:rPr>
              <a:t> Tracker is a sustainability-focused Android application created to make rainwater </a:t>
            </a:r>
            <a:r>
              <a:rPr lang="en-US" sz="3200" dirty="0" smtClean="0">
                <a:latin typeface="Times New Roman" panose="02020603050405020304" pitchFamily="18" charset="0"/>
                <a:cs typeface="Times New Roman" panose="02020603050405020304" pitchFamily="18" charset="0"/>
              </a:rPr>
              <a:t>harvesting measurable </a:t>
            </a:r>
            <a:r>
              <a:rPr lang="en-US" sz="3200" dirty="0" smtClean="0">
                <a:latin typeface="Times New Roman" panose="02020603050405020304" pitchFamily="18" charset="0"/>
                <a:cs typeface="Times New Roman" panose="02020603050405020304" pitchFamily="18" charset="0"/>
              </a:rPr>
              <a:t>and understandable for everyday users. </a:t>
            </a:r>
            <a:r>
              <a:rPr lang="en-US" sz="3200" dirty="0" smtClean="0">
                <a:latin typeface="Times New Roman" panose="02020603050405020304" pitchFamily="18" charset="0"/>
                <a:cs typeface="Times New Roman" panose="02020603050405020304" pitchFamily="18" charset="0"/>
              </a:rPr>
              <a:t> </a:t>
            </a:r>
          </a:p>
          <a:p>
            <a:endParaRPr lang="en-US" sz="3200" dirty="0">
              <a:latin typeface="Times New Roman" panose="02020603050405020304" pitchFamily="18" charset="0"/>
              <a:cs typeface="Times New Roman" panose="02020603050405020304" pitchFamily="18" charset="0"/>
            </a:endParaRPr>
          </a:p>
          <a:p>
            <a:r>
              <a:rPr lang="en-US" sz="3200" dirty="0" smtClean="0">
                <a:latin typeface="Times New Roman" panose="02020603050405020304" pitchFamily="18" charset="0"/>
                <a:cs typeface="Times New Roman" panose="02020603050405020304" pitchFamily="18" charset="0"/>
              </a:rPr>
              <a:t>The </a:t>
            </a:r>
            <a:r>
              <a:rPr lang="en-US" sz="3200" dirty="0" smtClean="0">
                <a:latin typeface="Times New Roman" panose="02020603050405020304" pitchFamily="18" charset="0"/>
                <a:cs typeface="Times New Roman" panose="02020603050405020304" pitchFamily="18" charset="0"/>
              </a:rPr>
              <a:t>app provides a guided journey from setup to rainfall entry, dashboard monitoring, reporting, impact calculation, and practical tips. It is developed using </a:t>
            </a:r>
            <a:r>
              <a:rPr lang="en-US" sz="3200" dirty="0" err="1" smtClean="0">
                <a:latin typeface="Times New Roman" panose="02020603050405020304" pitchFamily="18" charset="0"/>
                <a:cs typeface="Times New Roman" panose="02020603050405020304" pitchFamily="18" charset="0"/>
              </a:rPr>
              <a:t>Kotlin</a:t>
            </a:r>
            <a:r>
              <a:rPr lang="en-US" sz="3200" dirty="0" smtClean="0">
                <a:latin typeface="Times New Roman" panose="02020603050405020304" pitchFamily="18" charset="0"/>
                <a:cs typeface="Times New Roman" panose="02020603050405020304" pitchFamily="18" charset="0"/>
              </a:rPr>
              <a:t>, Jetpack Compose, Room Database, Hilt</a:t>
            </a:r>
            <a:r>
              <a:rPr lang="en-US" sz="3200" dirty="0" smtClean="0">
                <a:latin typeface="Times New Roman" panose="02020603050405020304" pitchFamily="18" charset="0"/>
                <a:cs typeface="Times New Roman" panose="02020603050405020304" pitchFamily="18" charset="0"/>
              </a:rPr>
              <a:t>, </a:t>
            </a:r>
            <a:r>
              <a:rPr lang="en-US" sz="3200" dirty="0" smtClean="0">
                <a:latin typeface="Times New Roman" panose="02020603050405020304" pitchFamily="18" charset="0"/>
                <a:cs typeface="Times New Roman" panose="02020603050405020304" pitchFamily="18" charset="0"/>
              </a:rPr>
              <a:t>and MVVM architecture. </a:t>
            </a:r>
            <a:endParaRPr lang="en-US" sz="3200" dirty="0" smtClean="0">
              <a:latin typeface="Times New Roman" panose="02020603050405020304" pitchFamily="18" charset="0"/>
              <a:cs typeface="Times New Roman" panose="02020603050405020304" pitchFamily="18" charset="0"/>
            </a:endParaRPr>
          </a:p>
          <a:p>
            <a:endParaRPr lang="en-US" sz="3200" dirty="0">
              <a:latin typeface="Times New Roman" panose="02020603050405020304" pitchFamily="18" charset="0"/>
              <a:cs typeface="Times New Roman" panose="02020603050405020304" pitchFamily="18" charset="0"/>
            </a:endParaRPr>
          </a:p>
          <a:p>
            <a:r>
              <a:rPr lang="en-US" sz="3200" dirty="0" smtClean="0">
                <a:latin typeface="Times New Roman" panose="02020603050405020304" pitchFamily="18" charset="0"/>
                <a:cs typeface="Times New Roman" panose="02020603050405020304" pitchFamily="18" charset="0"/>
              </a:rPr>
              <a:t>the </a:t>
            </a:r>
            <a:r>
              <a:rPr lang="en-US" sz="3200" dirty="0" smtClean="0">
                <a:latin typeface="Times New Roman" panose="02020603050405020304" pitchFamily="18" charset="0"/>
                <a:cs typeface="Times New Roman" panose="02020603050405020304" pitchFamily="18" charset="0"/>
              </a:rPr>
              <a:t>app helps users see how much water has been saved, how full their storage tank is, and how many household water days that saving represents. This improves awareness, encourages conservation habits, and makes rainwater harvesting more actionable.</a:t>
            </a:r>
            <a:endParaRPr lang="en-US" sz="3200" dirty="0">
              <a:latin typeface="Times New Roman" panose="02020603050405020304" pitchFamily="18" charset="0"/>
              <a:cs typeface="Times New Roman" panose="02020603050405020304" pitchFamily="18" charset="0"/>
            </a:endParaRPr>
          </a:p>
        </p:txBody>
      </p:sp>
      <p:sp>
        <p:nvSpPr>
          <p:cNvPr id="2" name="5-Point Star 1"/>
          <p:cNvSpPr/>
          <p:nvPr/>
        </p:nvSpPr>
        <p:spPr>
          <a:xfrm>
            <a:off x="597329" y="3526277"/>
            <a:ext cx="228599" cy="228600"/>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5-Point Star 4"/>
          <p:cNvSpPr/>
          <p:nvPr/>
        </p:nvSpPr>
        <p:spPr>
          <a:xfrm>
            <a:off x="596491" y="5020283"/>
            <a:ext cx="228599" cy="228600"/>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5-Point Star 5"/>
          <p:cNvSpPr/>
          <p:nvPr/>
        </p:nvSpPr>
        <p:spPr>
          <a:xfrm>
            <a:off x="595653" y="7414099"/>
            <a:ext cx="228599" cy="228600"/>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636C000-D5FE-FD17-642A-F9D14317C12E}"/>
              </a:ext>
            </a:extLst>
          </p:cNvPr>
          <p:cNvSpPr>
            <a:spLocks noGrp="1"/>
          </p:cNvSpPr>
          <p:nvPr>
            <p:ph type="title"/>
          </p:nvPr>
        </p:nvSpPr>
        <p:spPr>
          <a:xfrm>
            <a:off x="308079" y="1039241"/>
            <a:ext cx="12895002" cy="1981200"/>
          </a:xfrm>
        </p:spPr>
        <p:txBody>
          <a:bodyPr/>
          <a:lstStyle/>
          <a:p>
            <a:r>
              <a:rPr lang="en-US" b="1" dirty="0" smtClean="0">
                <a:solidFill>
                  <a:srgbClr val="002060"/>
                </a:solidFill>
                <a:latin typeface="Playfair Display Bold"/>
                <a:ea typeface="Playfair Display Bold"/>
                <a:cs typeface="Playfair Display Bold"/>
                <a:sym typeface="Playfair Display Bold"/>
              </a:rPr>
              <a:t>Problem Statement:</a:t>
            </a:r>
            <a:endParaRPr lang="en-IN" dirty="0"/>
          </a:p>
        </p:txBody>
      </p:sp>
      <p:sp>
        <p:nvSpPr>
          <p:cNvPr id="3" name="Content Placeholder 2">
            <a:extLst>
              <a:ext uri="{FF2B5EF4-FFF2-40B4-BE49-F238E27FC236}">
                <a16:creationId xmlns:a16="http://schemas.microsoft.com/office/drawing/2014/main" xmlns="" id="{783C2CDD-A211-015D-8978-AA1B3B38A578}"/>
              </a:ext>
            </a:extLst>
          </p:cNvPr>
          <p:cNvSpPr>
            <a:spLocks noGrp="1"/>
          </p:cNvSpPr>
          <p:nvPr>
            <p:ph idx="1"/>
          </p:nvPr>
        </p:nvSpPr>
        <p:spPr>
          <a:xfrm>
            <a:off x="222098" y="2568102"/>
            <a:ext cx="15264336" cy="9182911"/>
          </a:xfrm>
        </p:spPr>
        <p:txBody>
          <a:bodyPr>
            <a:normAutofit/>
          </a:bodyPr>
          <a:lstStyle/>
          <a:p>
            <a:r>
              <a:rPr lang="en-US" dirty="0" smtClean="0">
                <a:solidFill>
                  <a:schemeClr val="tx1">
                    <a:lumMod val="95000"/>
                    <a:lumOff val="5000"/>
                  </a:schemeClr>
                </a:solidFill>
                <a:latin typeface="Times New Roman" pitchFamily="18" charset="0"/>
                <a:cs typeface="Times New Roman" pitchFamily="18" charset="0"/>
              </a:rPr>
              <a:t>Many households have rainwater harvesting systems but no simple way to measure whether </a:t>
            </a:r>
            <a:r>
              <a:rPr lang="en-US" dirty="0" smtClean="0">
                <a:solidFill>
                  <a:schemeClr val="tx1">
                    <a:lumMod val="95000"/>
                    <a:lumOff val="5000"/>
                  </a:schemeClr>
                </a:solidFill>
                <a:latin typeface="Times New Roman" pitchFamily="18" charset="0"/>
                <a:cs typeface="Times New Roman" pitchFamily="18" charset="0"/>
              </a:rPr>
              <a:t>they </a:t>
            </a:r>
            <a:r>
              <a:rPr lang="en-US" dirty="0" smtClean="0">
                <a:solidFill>
                  <a:schemeClr val="tx1">
                    <a:lumMod val="95000"/>
                    <a:lumOff val="5000"/>
                  </a:schemeClr>
                </a:solidFill>
                <a:latin typeface="Times New Roman" pitchFamily="18" charset="0"/>
                <a:cs typeface="Times New Roman" pitchFamily="18" charset="0"/>
              </a:rPr>
              <a:t>are actually effective. Without a clear record of rainfall, roof catchment, and stored water, conservation stays conceptual instead of practical. Manual tracking is inconsistent, calculations are often skipped, and users rarely understand how rainfall translates into daily household impact. In addition, most users need a clean and easy interface rather than a technical system. A mobile application is therefore required to store historical rainfall data, estimate water savings automatically, and present the result through clear visuals such as tank progress, reports, and impact views</a:t>
            </a:r>
            <a:r>
              <a:rPr lang="en-US" dirty="0" smtClean="0">
                <a:solidFill>
                  <a:schemeClr val="tx1">
                    <a:lumMod val="95000"/>
                    <a:lumOff val="5000"/>
                  </a:schemeClr>
                </a:solidFill>
              </a:rPr>
              <a:t>.</a:t>
            </a:r>
            <a:endParaRPr lang="en-US" dirty="0">
              <a:solidFill>
                <a:schemeClr val="tx1">
                  <a:lumMod val="95000"/>
                  <a:lumOff val="5000"/>
                </a:schemeClr>
              </a:solidFill>
            </a:endParaRPr>
          </a:p>
        </p:txBody>
      </p:sp>
    </p:spTree>
    <p:extLst>
      <p:ext uri="{BB962C8B-B14F-4D97-AF65-F5344CB8AC3E}">
        <p14:creationId xmlns:p14="http://schemas.microsoft.com/office/powerpoint/2010/main" val="27656836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ED446C5-46C5-59EB-DCCC-D5FDD4535E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92C098BD-2BC2-FD61-0659-94D137F8A7E5}"/>
              </a:ext>
            </a:extLst>
          </p:cNvPr>
          <p:cNvSpPr>
            <a:spLocks noGrp="1"/>
          </p:cNvSpPr>
          <p:nvPr>
            <p:ph type="title"/>
          </p:nvPr>
        </p:nvSpPr>
        <p:spPr>
          <a:xfrm>
            <a:off x="954738" y="642026"/>
            <a:ext cx="12895002" cy="6692157"/>
          </a:xfrm>
        </p:spPr>
        <p:txBody>
          <a:bodyPr>
            <a:normAutofit/>
          </a:bodyPr>
          <a:lstStyle/>
          <a:p>
            <a:r>
              <a:rPr lang="en-US" b="1" dirty="0">
                <a:solidFill>
                  <a:srgbClr val="002060"/>
                </a:solidFill>
                <a:latin typeface="Times New Roman" pitchFamily="18" charset="0"/>
                <a:cs typeface="Times New Roman" pitchFamily="18" charset="0"/>
              </a:rPr>
              <a:t>The Problem it </a:t>
            </a:r>
            <a:r>
              <a:rPr lang="en-US" b="1" dirty="0" smtClean="0">
                <a:solidFill>
                  <a:srgbClr val="002060"/>
                </a:solidFill>
                <a:latin typeface="Times New Roman" pitchFamily="18" charset="0"/>
                <a:cs typeface="Times New Roman" pitchFamily="18" charset="0"/>
              </a:rPr>
              <a:t>Solves</a:t>
            </a:r>
            <a:r>
              <a:rPr lang="en-US" sz="2700" b="1" dirty="0" smtClean="0">
                <a:solidFill>
                  <a:srgbClr val="002060"/>
                </a:solidFill>
                <a:latin typeface="Times New Roman" pitchFamily="18" charset="0"/>
                <a:cs typeface="Times New Roman" pitchFamily="18" charset="0"/>
              </a:rPr>
              <a:t/>
            </a:r>
            <a:br>
              <a:rPr lang="en-US" sz="2700" b="1" dirty="0" smtClean="0">
                <a:solidFill>
                  <a:srgbClr val="002060"/>
                </a:solidFill>
                <a:latin typeface="Times New Roman" pitchFamily="18" charset="0"/>
                <a:cs typeface="Times New Roman" pitchFamily="18" charset="0"/>
              </a:rPr>
            </a:br>
            <a:r>
              <a:rPr lang="en-US" sz="2700" b="1" dirty="0">
                <a:solidFill>
                  <a:srgbClr val="002060"/>
                </a:solidFill>
                <a:latin typeface="Times New Roman" pitchFamily="18" charset="0"/>
                <a:cs typeface="Times New Roman" pitchFamily="18" charset="0"/>
              </a:rPr>
              <a:t/>
            </a:r>
            <a:br>
              <a:rPr lang="en-US" sz="2700" b="1" dirty="0">
                <a:solidFill>
                  <a:srgbClr val="002060"/>
                </a:solidFill>
                <a:latin typeface="Times New Roman" pitchFamily="18" charset="0"/>
                <a:cs typeface="Times New Roman" pitchFamily="18" charset="0"/>
              </a:rPr>
            </a:br>
            <a:r>
              <a:rPr lang="en-US" sz="2700" dirty="0">
                <a:solidFill>
                  <a:schemeClr val="tx1">
                    <a:lumMod val="95000"/>
                    <a:lumOff val="5000"/>
                  </a:schemeClr>
                </a:solidFill>
                <a:latin typeface="Times New Roman" pitchFamily="18" charset="0"/>
                <a:cs typeface="Times New Roman" pitchFamily="18" charset="0"/>
              </a:rPr>
              <a:t>In many regions, especially in India, households have rainwater harvesting systems installed, but they lack a way to measure their impact. Without data, water conservation feels like an abstract concept rather than a tangible achievement</a:t>
            </a:r>
            <a:r>
              <a:rPr lang="en-US" sz="2700" dirty="0" smtClean="0">
                <a:solidFill>
                  <a:schemeClr val="tx1">
                    <a:lumMod val="95000"/>
                    <a:lumOff val="5000"/>
                  </a:schemeClr>
                </a:solidFill>
                <a:latin typeface="Times New Roman" pitchFamily="18" charset="0"/>
                <a:cs typeface="Times New Roman" pitchFamily="18" charset="0"/>
              </a:rPr>
              <a:t>.</a:t>
            </a:r>
            <a:br>
              <a:rPr lang="en-US" sz="2700" dirty="0" smtClean="0">
                <a:solidFill>
                  <a:schemeClr val="tx1">
                    <a:lumMod val="95000"/>
                    <a:lumOff val="5000"/>
                  </a:schemeClr>
                </a:solidFill>
                <a:latin typeface="Times New Roman" pitchFamily="18" charset="0"/>
                <a:cs typeface="Times New Roman" pitchFamily="18" charset="0"/>
              </a:rPr>
            </a:br>
            <a:r>
              <a:rPr lang="en-US" sz="2700" dirty="0">
                <a:solidFill>
                  <a:schemeClr val="tx1">
                    <a:lumMod val="95000"/>
                    <a:lumOff val="5000"/>
                  </a:schemeClr>
                </a:solidFill>
                <a:latin typeface="Times New Roman" pitchFamily="18" charset="0"/>
                <a:cs typeface="Times New Roman" pitchFamily="18" charset="0"/>
              </a:rPr>
              <a:t/>
            </a:r>
            <a:br>
              <a:rPr lang="en-US" sz="2700" dirty="0">
                <a:solidFill>
                  <a:schemeClr val="tx1">
                    <a:lumMod val="95000"/>
                    <a:lumOff val="5000"/>
                  </a:schemeClr>
                </a:solidFill>
                <a:latin typeface="Times New Roman" pitchFamily="18" charset="0"/>
                <a:cs typeface="Times New Roman" pitchFamily="18" charset="0"/>
              </a:rPr>
            </a:br>
            <a:r>
              <a:rPr lang="en-US" sz="2700" dirty="0" smtClean="0">
                <a:solidFill>
                  <a:schemeClr val="tx1">
                    <a:lumMod val="95000"/>
                    <a:lumOff val="5000"/>
                  </a:schemeClr>
                </a:solidFill>
                <a:latin typeface="Times New Roman" pitchFamily="18" charset="0"/>
                <a:cs typeface="Times New Roman" pitchFamily="18" charset="0"/>
              </a:rPr>
              <a:t> </a:t>
            </a:r>
            <a:r>
              <a:rPr lang="en-US" sz="2700" dirty="0">
                <a:solidFill>
                  <a:schemeClr val="tx1">
                    <a:lumMod val="95000"/>
                    <a:lumOff val="5000"/>
                  </a:schemeClr>
                </a:solidFill>
                <a:latin typeface="Times New Roman" pitchFamily="18" charset="0"/>
                <a:cs typeface="Times New Roman" pitchFamily="18" charset="0"/>
              </a:rPr>
              <a:t>People don’t know</a:t>
            </a:r>
            <a:r>
              <a:rPr lang="en-US" sz="2700" dirty="0" smtClean="0">
                <a:solidFill>
                  <a:schemeClr val="tx1">
                    <a:lumMod val="95000"/>
                    <a:lumOff val="5000"/>
                  </a:schemeClr>
                </a:solidFill>
                <a:latin typeface="Times New Roman" pitchFamily="18" charset="0"/>
                <a:cs typeface="Times New Roman" pitchFamily="18" charset="0"/>
              </a:rPr>
              <a:t>:</a:t>
            </a:r>
            <a:br>
              <a:rPr lang="en-US" sz="2700" dirty="0" smtClean="0">
                <a:solidFill>
                  <a:schemeClr val="tx1">
                    <a:lumMod val="95000"/>
                    <a:lumOff val="5000"/>
                  </a:schemeClr>
                </a:solidFill>
                <a:latin typeface="Times New Roman" pitchFamily="18" charset="0"/>
                <a:cs typeface="Times New Roman" pitchFamily="18" charset="0"/>
              </a:rPr>
            </a:br>
            <a:r>
              <a:rPr lang="en-US" sz="2700" dirty="0" smtClean="0">
                <a:solidFill>
                  <a:schemeClr val="tx1">
                    <a:lumMod val="95000"/>
                    <a:lumOff val="5000"/>
                  </a:schemeClr>
                </a:solidFill>
                <a:latin typeface="Times New Roman" pitchFamily="18" charset="0"/>
                <a:cs typeface="Times New Roman" pitchFamily="18" charset="0"/>
              </a:rPr>
              <a:t>How </a:t>
            </a:r>
            <a:r>
              <a:rPr lang="en-US" sz="2700" dirty="0">
                <a:solidFill>
                  <a:schemeClr val="tx1">
                    <a:lumMod val="95000"/>
                    <a:lumOff val="5000"/>
                  </a:schemeClr>
                </a:solidFill>
                <a:latin typeface="Times New Roman" pitchFamily="18" charset="0"/>
                <a:cs typeface="Times New Roman" pitchFamily="18" charset="0"/>
              </a:rPr>
              <a:t>much water they are actually saving</a:t>
            </a:r>
            <a:r>
              <a:rPr lang="en-US" sz="2700" dirty="0" smtClean="0">
                <a:solidFill>
                  <a:schemeClr val="tx1">
                    <a:lumMod val="95000"/>
                    <a:lumOff val="5000"/>
                  </a:schemeClr>
                </a:solidFill>
                <a:latin typeface="Times New Roman" pitchFamily="18" charset="0"/>
                <a:cs typeface="Times New Roman" pitchFamily="18" charset="0"/>
              </a:rPr>
              <a:t>.</a:t>
            </a:r>
            <a:r>
              <a:rPr lang="en-US" sz="2700" dirty="0">
                <a:solidFill>
                  <a:schemeClr val="tx1">
                    <a:lumMod val="95000"/>
                    <a:lumOff val="5000"/>
                  </a:schemeClr>
                </a:solidFill>
                <a:latin typeface="Times New Roman" pitchFamily="18" charset="0"/>
                <a:cs typeface="Times New Roman" pitchFamily="18" charset="0"/>
              </a:rPr>
              <a:t/>
            </a:r>
            <a:br>
              <a:rPr lang="en-US" sz="2700" dirty="0">
                <a:solidFill>
                  <a:schemeClr val="tx1">
                    <a:lumMod val="95000"/>
                    <a:lumOff val="5000"/>
                  </a:schemeClr>
                </a:solidFill>
                <a:latin typeface="Times New Roman" pitchFamily="18" charset="0"/>
                <a:cs typeface="Times New Roman" pitchFamily="18" charset="0"/>
              </a:rPr>
            </a:br>
            <a:r>
              <a:rPr lang="en-US" sz="2700" dirty="0">
                <a:solidFill>
                  <a:schemeClr val="tx1">
                    <a:lumMod val="95000"/>
                    <a:lumOff val="5000"/>
                  </a:schemeClr>
                </a:solidFill>
                <a:latin typeface="Times New Roman" pitchFamily="18" charset="0"/>
                <a:cs typeface="Times New Roman" pitchFamily="18" charset="0"/>
              </a:rPr>
              <a:t>How much of their tank is full after a specific rainfall.</a:t>
            </a:r>
            <a:br>
              <a:rPr lang="en-US" sz="2700" dirty="0">
                <a:solidFill>
                  <a:schemeClr val="tx1">
                    <a:lumMod val="95000"/>
                    <a:lumOff val="5000"/>
                  </a:schemeClr>
                </a:solidFill>
                <a:latin typeface="Times New Roman" pitchFamily="18" charset="0"/>
                <a:cs typeface="Times New Roman" pitchFamily="18" charset="0"/>
              </a:rPr>
            </a:br>
            <a:r>
              <a:rPr lang="en-US" sz="2700" dirty="0">
                <a:solidFill>
                  <a:schemeClr val="tx1">
                    <a:lumMod val="95000"/>
                    <a:lumOff val="5000"/>
                  </a:schemeClr>
                </a:solidFill>
                <a:latin typeface="Times New Roman" pitchFamily="18" charset="0"/>
                <a:cs typeface="Times New Roman" pitchFamily="18" charset="0"/>
              </a:rPr>
              <a:t>How many days that saved water will actually last for their family</a:t>
            </a:r>
            <a:r>
              <a:rPr lang="en-US" dirty="0">
                <a:solidFill>
                  <a:schemeClr val="tx1">
                    <a:lumMod val="95000"/>
                    <a:lumOff val="5000"/>
                  </a:schemeClr>
                </a:solidFill>
              </a:rPr>
              <a:t/>
            </a:r>
            <a:br>
              <a:rPr lang="en-US" dirty="0">
                <a:solidFill>
                  <a:schemeClr val="tx1">
                    <a:lumMod val="95000"/>
                    <a:lumOff val="5000"/>
                  </a:schemeClr>
                </a:solidFill>
              </a:rPr>
            </a:br>
            <a:r>
              <a:rPr lang="en-US" dirty="0">
                <a:solidFill>
                  <a:schemeClr val="tx1">
                    <a:lumMod val="95000"/>
                    <a:lumOff val="5000"/>
                  </a:schemeClr>
                </a:solidFill>
              </a:rPr>
              <a:t/>
            </a:r>
            <a:br>
              <a:rPr lang="en-US" dirty="0">
                <a:solidFill>
                  <a:schemeClr val="tx1">
                    <a:lumMod val="95000"/>
                    <a:lumOff val="5000"/>
                  </a:schemeClr>
                </a:solidFill>
              </a:rPr>
            </a:br>
            <a:r>
              <a:rPr lang="en-US" b="1" dirty="0" smtClean="0">
                <a:solidFill>
                  <a:srgbClr val="002060"/>
                </a:solidFill>
                <a:latin typeface="Playfair Display Bold"/>
                <a:ea typeface="Playfair Display Bold"/>
                <a:cs typeface="Playfair Display Bold"/>
                <a:sym typeface="Playfair Display Bold"/>
              </a:rPr>
              <a:t>Aim:</a:t>
            </a:r>
            <a:endParaRPr lang="en-IN" dirty="0"/>
          </a:p>
        </p:txBody>
      </p:sp>
      <p:sp>
        <p:nvSpPr>
          <p:cNvPr id="3" name="Content Placeholder 2">
            <a:extLst>
              <a:ext uri="{FF2B5EF4-FFF2-40B4-BE49-F238E27FC236}">
                <a16:creationId xmlns:a16="http://schemas.microsoft.com/office/drawing/2014/main" xmlns="" id="{D726BA63-A006-7294-486C-1703F23E6703}"/>
              </a:ext>
            </a:extLst>
          </p:cNvPr>
          <p:cNvSpPr>
            <a:spLocks noGrp="1"/>
          </p:cNvSpPr>
          <p:nvPr>
            <p:ph idx="1"/>
          </p:nvPr>
        </p:nvSpPr>
        <p:spPr>
          <a:xfrm>
            <a:off x="968174" y="7227110"/>
            <a:ext cx="14109699" cy="3059890"/>
          </a:xfrm>
        </p:spPr>
        <p:txBody>
          <a:bodyPr/>
          <a:lstStyle/>
          <a:p>
            <a:pPr marL="0" indent="0">
              <a:buNone/>
            </a:pPr>
            <a:r>
              <a:rPr lang="en-US" dirty="0" smtClean="0">
                <a:solidFill>
                  <a:schemeClr val="tx1">
                    <a:lumMod val="95000"/>
                    <a:lumOff val="5000"/>
                  </a:schemeClr>
                </a:solidFill>
                <a:latin typeface="Times New Roman" panose="02020603050405020304" pitchFamily="18" charset="0"/>
                <a:cs typeface="Times New Roman" panose="02020603050405020304" pitchFamily="18" charset="0"/>
              </a:rPr>
              <a:t>To design and implement a user-friendly Android application that helps households record rainfall, estimate harvested water, track storage progress, and understand the practical impact of rainwater conservation.</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51211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object 3">
            <a:extLst>
              <a:ext uri="{FF2B5EF4-FFF2-40B4-BE49-F238E27FC236}">
                <a16:creationId xmlns:a16="http://schemas.microsoft.com/office/drawing/2014/main" xmlns="" id="{E94D5316-238E-9736-3C87-B44BEB6AFA5E}"/>
              </a:ext>
            </a:extLst>
          </p:cNvPr>
          <p:cNvSpPr txBox="1"/>
          <p:nvPr/>
        </p:nvSpPr>
        <p:spPr>
          <a:xfrm>
            <a:off x="533400" y="2705100"/>
            <a:ext cx="9178290" cy="504625"/>
          </a:xfrm>
          <a:prstGeom prst="rect">
            <a:avLst/>
          </a:prstGeom>
        </p:spPr>
        <p:txBody>
          <a:bodyPr vert="horz" wrap="square" lIns="0" tIns="12065" rIns="0" bIns="0" rtlCol="0">
            <a:spAutoFit/>
          </a:bodyPr>
          <a:lstStyle/>
          <a:p>
            <a:pPr algn="just"/>
            <a:endParaRPr lang="en-US" sz="3200">
              <a:solidFill>
                <a:schemeClr val="bg1"/>
              </a:solidFill>
            </a:endParaRPr>
          </a:p>
        </p:txBody>
      </p:sp>
      <p:sp>
        <p:nvSpPr>
          <p:cNvPr id="4" name="TextBox 3">
            <a:extLst>
              <a:ext uri="{FF2B5EF4-FFF2-40B4-BE49-F238E27FC236}">
                <a16:creationId xmlns:a16="http://schemas.microsoft.com/office/drawing/2014/main" xmlns="" id="{22F38C9F-C5B5-72C9-91F7-AF3CD7917911}"/>
              </a:ext>
            </a:extLst>
          </p:cNvPr>
          <p:cNvSpPr txBox="1"/>
          <p:nvPr/>
        </p:nvSpPr>
        <p:spPr>
          <a:xfrm>
            <a:off x="374388" y="241697"/>
            <a:ext cx="9144000" cy="923330"/>
          </a:xfrm>
          <a:prstGeom prst="rect">
            <a:avLst/>
          </a:prstGeom>
          <a:noFill/>
        </p:spPr>
        <p:txBody>
          <a:bodyPr wrap="square">
            <a:spAutoFit/>
          </a:bodyPr>
          <a:lstStyle/>
          <a:p>
            <a:r>
              <a:rPr lang="en-IN" sz="5400" b="1" smtClean="0">
                <a:solidFill>
                  <a:srgbClr val="002060"/>
                </a:solidFill>
                <a:latin typeface="Times New Roman" panose="02020603050405020304" pitchFamily="18" charset="0"/>
                <a:cs typeface="Times New Roman" panose="02020603050405020304" pitchFamily="18" charset="0"/>
              </a:rPr>
              <a:t>OBJECTIVES:</a:t>
            </a:r>
            <a:endParaRPr lang="en-IN" sz="8000" dirty="0"/>
          </a:p>
        </p:txBody>
      </p:sp>
      <p:sp>
        <p:nvSpPr>
          <p:cNvPr id="5" name="Rectangle 2">
            <a:extLst>
              <a:ext uri="{FF2B5EF4-FFF2-40B4-BE49-F238E27FC236}">
                <a16:creationId xmlns:a16="http://schemas.microsoft.com/office/drawing/2014/main" xmlns="" id="{68A1E87A-D4CD-E72A-7D2D-E9601DDECE82}"/>
              </a:ext>
            </a:extLst>
          </p:cNvPr>
          <p:cNvSpPr>
            <a:spLocks noGrp="1" noChangeArrowheads="1"/>
          </p:cNvSpPr>
          <p:nvPr>
            <p:ph type="title"/>
          </p:nvPr>
        </p:nvSpPr>
        <p:spPr bwMode="auto">
          <a:xfrm>
            <a:off x="533400" y="1975564"/>
            <a:ext cx="13124234" cy="637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lumMod val="95000"/>
                    <a:lumOff val="5000"/>
                  </a:schemeClr>
                </a:solidFill>
                <a:effectLst/>
                <a:latin typeface="Times New Roman" panose="02020603050405020304" pitchFamily="18" charset="0"/>
                <a:cs typeface="Times New Roman" panose="02020603050405020304" pitchFamily="18" charset="0"/>
              </a:rPr>
              <a:t>Simple </a:t>
            </a:r>
            <a:r>
              <a:rPr kumimoji="0" lang="en-US" altLang="en-US" sz="2400" b="1" i="0" u="none" strike="noStrike" cap="none" normalizeH="0" baseline="0" dirty="0" smtClean="0">
                <a:ln>
                  <a:noFill/>
                </a:ln>
                <a:solidFill>
                  <a:schemeClr val="tx1">
                    <a:lumMod val="95000"/>
                    <a:lumOff val="5000"/>
                  </a:schemeClr>
                </a:solidFill>
                <a:effectLst/>
                <a:latin typeface="Times New Roman" panose="02020603050405020304" pitchFamily="18" charset="0"/>
                <a:cs typeface="Times New Roman" panose="02020603050405020304" pitchFamily="18" charset="0"/>
              </a:rPr>
              <a:t>Setup</a:t>
            </a:r>
            <a:br>
              <a:rPr kumimoji="0" lang="en-US" altLang="en-US" sz="2400" b="1" i="0" u="none" strike="noStrike" cap="none" normalizeH="0" baseline="0" dirty="0" smtClean="0">
                <a:ln>
                  <a:noFill/>
                </a:ln>
                <a:solidFill>
                  <a:schemeClr val="tx1">
                    <a:lumMod val="95000"/>
                    <a:lumOff val="5000"/>
                  </a:schemeClr>
                </a:solidFill>
                <a:effectLst/>
                <a:latin typeface="Times New Roman" panose="02020603050405020304" pitchFamily="18" charset="0"/>
                <a:cs typeface="Times New Roman" panose="02020603050405020304" pitchFamily="18" charset="0"/>
              </a:rPr>
            </a:br>
            <a:r>
              <a:rPr kumimoji="0" lang="en-US" altLang="en-US" sz="2400" b="1" i="0" u="none" strike="noStrike" cap="none" normalizeH="0" baseline="0" dirty="0" smtClean="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Allow the user to save household details like roof area and tank capacity.</a:t>
            </a:r>
            <a:r>
              <a:rPr kumimoji="0" lang="en-US" altLang="en-US" sz="2400" b="1" i="0" u="none" strike="noStrike" cap="none" normalizeH="0" baseline="0" dirty="0" smtClean="0">
                <a:ln>
                  <a:noFill/>
                </a:ln>
                <a:solidFill>
                  <a:schemeClr val="tx1">
                    <a:lumMod val="95000"/>
                    <a:lumOff val="5000"/>
                  </a:schemeClr>
                </a:solidFill>
                <a:effectLst/>
                <a:latin typeface="Times New Roman" panose="02020603050405020304" pitchFamily="18" charset="0"/>
                <a:cs typeface="Times New Roman" panose="02020603050405020304" pitchFamily="18" charset="0"/>
              </a:rPr>
              <a:t/>
            </a:r>
            <a:br>
              <a:rPr kumimoji="0" lang="en-US" altLang="en-US" sz="2400" b="1" i="0" u="none" strike="noStrike" cap="none" normalizeH="0" baseline="0" dirty="0" smtClean="0">
                <a:ln>
                  <a:noFill/>
                </a:ln>
                <a:solidFill>
                  <a:schemeClr val="tx1">
                    <a:lumMod val="95000"/>
                    <a:lumOff val="5000"/>
                  </a:schemeClr>
                </a:solidFill>
                <a:effectLst/>
                <a:latin typeface="Times New Roman" panose="02020603050405020304" pitchFamily="18" charset="0"/>
                <a:cs typeface="Times New Roman" panose="02020603050405020304" pitchFamily="18" charset="0"/>
              </a:rPr>
            </a:br>
            <a:r>
              <a:rPr kumimoji="0" lang="en-US" altLang="en-US" sz="2400" b="1" i="0" u="none" strike="noStrike" cap="none" normalizeH="0" baseline="0" dirty="0" smtClean="0">
                <a:ln>
                  <a:noFill/>
                </a:ln>
                <a:solidFill>
                  <a:schemeClr val="tx1">
                    <a:lumMod val="95000"/>
                    <a:lumOff val="5000"/>
                  </a:schemeClr>
                </a:solidFill>
                <a:effectLst/>
                <a:latin typeface="Times New Roman" panose="02020603050405020304" pitchFamily="18" charset="0"/>
                <a:cs typeface="Times New Roman" panose="02020603050405020304" pitchFamily="18" charset="0"/>
              </a:rPr>
              <a:t/>
            </a:r>
            <a:br>
              <a:rPr kumimoji="0" lang="en-US" altLang="en-US" sz="2400" b="1" i="0" u="none" strike="noStrike" cap="none" normalizeH="0" baseline="0" dirty="0" smtClean="0">
                <a:ln>
                  <a:noFill/>
                </a:ln>
                <a:solidFill>
                  <a:schemeClr val="tx1">
                    <a:lumMod val="95000"/>
                    <a:lumOff val="5000"/>
                  </a:schemeClr>
                </a:solidFill>
                <a:effectLst/>
                <a:latin typeface="Times New Roman" panose="02020603050405020304" pitchFamily="18" charset="0"/>
                <a:cs typeface="Times New Roman" panose="02020603050405020304" pitchFamily="18" charset="0"/>
              </a:rPr>
            </a:br>
            <a:r>
              <a:rPr kumimoji="0" lang="en-US" altLang="en-US" sz="2400" b="1" i="0" u="none" strike="noStrike" cap="none" normalizeH="0" baseline="0" dirty="0" smtClean="0">
                <a:ln>
                  <a:noFill/>
                </a:ln>
                <a:solidFill>
                  <a:schemeClr val="tx1">
                    <a:lumMod val="95000"/>
                    <a:lumOff val="5000"/>
                  </a:schemeClr>
                </a:solidFill>
                <a:effectLst/>
                <a:latin typeface="Times New Roman" panose="02020603050405020304" pitchFamily="18" charset="0"/>
                <a:cs typeface="Times New Roman" panose="02020603050405020304" pitchFamily="18" charset="0"/>
              </a:rPr>
              <a:t>Rainfall Entry</a:t>
            </a:r>
            <a:br>
              <a:rPr kumimoji="0" lang="en-US" altLang="en-US" sz="2400" b="1" i="0" u="none" strike="noStrike" cap="none" normalizeH="0" baseline="0" dirty="0" smtClean="0">
                <a:ln>
                  <a:noFill/>
                </a:ln>
                <a:solidFill>
                  <a:schemeClr val="tx1">
                    <a:lumMod val="95000"/>
                    <a:lumOff val="5000"/>
                  </a:schemeClr>
                </a:solidFill>
                <a:effectLst/>
                <a:latin typeface="Times New Roman" panose="02020603050405020304" pitchFamily="18" charset="0"/>
                <a:cs typeface="Times New Roman" panose="02020603050405020304" pitchFamily="18" charset="0"/>
              </a:rPr>
            </a:br>
            <a:r>
              <a:rPr kumimoji="0" lang="en-US" altLang="en-US" sz="2400" b="1" i="0" u="none" strike="noStrike" cap="none" normalizeH="0" baseline="0" dirty="0" smtClean="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Record rainfall values with validation and local storage</a:t>
            </a:r>
            <a:r>
              <a:rPr kumimoji="0" lang="en-US" altLang="en-US" sz="2400" b="1" i="0" u="none" strike="noStrike" cap="none" normalizeH="0" baseline="0" dirty="0" smtClean="0">
                <a:ln>
                  <a:noFill/>
                </a:ln>
                <a:solidFill>
                  <a:schemeClr val="tx1">
                    <a:lumMod val="95000"/>
                    <a:lumOff val="5000"/>
                  </a:schemeClr>
                </a:solidFill>
                <a:effectLst/>
                <a:latin typeface="Times New Roman" panose="02020603050405020304" pitchFamily="18" charset="0"/>
                <a:cs typeface="Times New Roman" panose="02020603050405020304" pitchFamily="18" charset="0"/>
              </a:rPr>
              <a:t>.</a:t>
            </a:r>
            <a:br>
              <a:rPr kumimoji="0" lang="en-US" altLang="en-US" sz="2400" b="1" i="0" u="none" strike="noStrike" cap="none" normalizeH="0" baseline="0" dirty="0" smtClean="0">
                <a:ln>
                  <a:noFill/>
                </a:ln>
                <a:solidFill>
                  <a:schemeClr val="tx1">
                    <a:lumMod val="95000"/>
                    <a:lumOff val="5000"/>
                  </a:schemeClr>
                </a:solidFill>
                <a:effectLst/>
                <a:latin typeface="Times New Roman" panose="02020603050405020304" pitchFamily="18" charset="0"/>
                <a:cs typeface="Times New Roman" panose="02020603050405020304" pitchFamily="18" charset="0"/>
              </a:rPr>
            </a:br>
            <a:r>
              <a:rPr kumimoji="0" lang="en-US" altLang="en-US" sz="2400" b="1" i="0" u="none" strike="noStrike" cap="none" normalizeH="0" baseline="0" dirty="0" smtClean="0">
                <a:ln>
                  <a:noFill/>
                </a:ln>
                <a:solidFill>
                  <a:schemeClr val="tx1">
                    <a:lumMod val="95000"/>
                    <a:lumOff val="5000"/>
                  </a:schemeClr>
                </a:solidFill>
                <a:effectLst/>
                <a:latin typeface="Times New Roman" panose="02020603050405020304" pitchFamily="18" charset="0"/>
                <a:cs typeface="Times New Roman" panose="02020603050405020304" pitchFamily="18" charset="0"/>
              </a:rPr>
              <a:t/>
            </a:r>
            <a:br>
              <a:rPr kumimoji="0" lang="en-US" altLang="en-US" sz="2400" b="1" i="0" u="none" strike="noStrike" cap="none" normalizeH="0" baseline="0" dirty="0" smtClean="0">
                <a:ln>
                  <a:noFill/>
                </a:ln>
                <a:solidFill>
                  <a:schemeClr val="tx1">
                    <a:lumMod val="95000"/>
                    <a:lumOff val="5000"/>
                  </a:schemeClr>
                </a:solidFill>
                <a:effectLst/>
                <a:latin typeface="Times New Roman" panose="02020603050405020304" pitchFamily="18" charset="0"/>
                <a:cs typeface="Times New Roman" panose="02020603050405020304" pitchFamily="18" charset="0"/>
              </a:rPr>
            </a:br>
            <a:r>
              <a:rPr kumimoji="0" lang="en-US" altLang="en-US" sz="2400" b="1" i="0" u="none" strike="noStrike" cap="none" normalizeH="0" baseline="0" dirty="0" smtClean="0">
                <a:ln>
                  <a:noFill/>
                </a:ln>
                <a:solidFill>
                  <a:schemeClr val="tx1">
                    <a:lumMod val="95000"/>
                    <a:lumOff val="5000"/>
                  </a:schemeClr>
                </a:solidFill>
                <a:effectLst/>
                <a:latin typeface="Times New Roman" panose="02020603050405020304" pitchFamily="18" charset="0"/>
                <a:cs typeface="Times New Roman" panose="02020603050405020304" pitchFamily="18" charset="0"/>
              </a:rPr>
              <a:t>Live Dashboard</a:t>
            </a:r>
            <a:br>
              <a:rPr kumimoji="0" lang="en-US" altLang="en-US" sz="2400" b="1" i="0" u="none" strike="noStrike" cap="none" normalizeH="0" baseline="0" dirty="0" smtClean="0">
                <a:ln>
                  <a:noFill/>
                </a:ln>
                <a:solidFill>
                  <a:schemeClr val="tx1">
                    <a:lumMod val="95000"/>
                    <a:lumOff val="5000"/>
                  </a:schemeClr>
                </a:solidFill>
                <a:effectLst/>
                <a:latin typeface="Times New Roman" panose="02020603050405020304" pitchFamily="18" charset="0"/>
                <a:cs typeface="Times New Roman" panose="02020603050405020304" pitchFamily="18" charset="0"/>
              </a:rPr>
            </a:br>
            <a:r>
              <a:rPr kumimoji="0" lang="en-US" altLang="en-US" sz="2400" b="1" i="0" u="none" strike="noStrike" cap="none" normalizeH="0" baseline="0" dirty="0" smtClean="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Show water </a:t>
            </a:r>
            <a:r>
              <a:rPr kumimoji="0" lang="en-US" altLang="en-US" sz="2400" b="1" i="0" u="none" strike="noStrike" cap="none" normalizeH="0" baseline="0" dirty="0" smtClean="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saved </a:t>
            </a:r>
            <a:r>
              <a:rPr kumimoji="0" lang="en-US" altLang="en-US" sz="2400" b="1" i="0" u="none" strike="noStrike" cap="none" normalizeH="0" baseline="0" dirty="0" smtClean="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and animated tank progress.</a:t>
            </a:r>
            <a:br>
              <a:rPr kumimoji="0" lang="en-US" altLang="en-US" sz="2400" b="1" i="0" u="none" strike="noStrike" cap="none" normalizeH="0" baseline="0" dirty="0" smtClean="0">
                <a:ln>
                  <a:noFill/>
                </a:ln>
                <a:solidFill>
                  <a:schemeClr val="tx1">
                    <a:lumMod val="85000"/>
                    <a:lumOff val="15000"/>
                  </a:schemeClr>
                </a:solidFill>
                <a:effectLst/>
                <a:latin typeface="Times New Roman" panose="02020603050405020304" pitchFamily="18" charset="0"/>
                <a:cs typeface="Times New Roman" panose="02020603050405020304" pitchFamily="18" charset="0"/>
              </a:rPr>
            </a:br>
            <a:r>
              <a:rPr kumimoji="0" lang="en-US" altLang="en-US" sz="2400" b="1" i="0" u="none" strike="noStrike" cap="none" normalizeH="0" baseline="0" dirty="0" smtClean="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
            </a:r>
            <a:br>
              <a:rPr kumimoji="0" lang="en-US" altLang="en-US" sz="2400" b="1" i="0" u="none" strike="noStrike" cap="none" normalizeH="0" baseline="0" dirty="0" smtClean="0">
                <a:ln>
                  <a:noFill/>
                </a:ln>
                <a:solidFill>
                  <a:schemeClr val="tx1">
                    <a:lumMod val="85000"/>
                    <a:lumOff val="15000"/>
                  </a:schemeClr>
                </a:solidFill>
                <a:effectLst/>
                <a:latin typeface="Times New Roman" panose="02020603050405020304" pitchFamily="18" charset="0"/>
                <a:cs typeface="Times New Roman" panose="02020603050405020304" pitchFamily="18" charset="0"/>
              </a:rPr>
            </a:br>
            <a:r>
              <a:rPr kumimoji="0" lang="en-US" altLang="en-US" sz="2400" b="1" i="0" u="none" strike="noStrike" cap="none" normalizeH="0" baseline="0" dirty="0" smtClean="0">
                <a:ln>
                  <a:noFill/>
                </a:ln>
                <a:solidFill>
                  <a:schemeClr val="tx1">
                    <a:lumMod val="95000"/>
                    <a:lumOff val="5000"/>
                  </a:schemeClr>
                </a:solidFill>
                <a:effectLst/>
                <a:latin typeface="Times New Roman" panose="02020603050405020304" pitchFamily="18" charset="0"/>
                <a:cs typeface="Times New Roman" panose="02020603050405020304" pitchFamily="18" charset="0"/>
              </a:rPr>
              <a:t>Monthly Report</a:t>
            </a:r>
            <a:br>
              <a:rPr kumimoji="0" lang="en-US" altLang="en-US" sz="2400" b="1" i="0" u="none" strike="noStrike" cap="none" normalizeH="0" baseline="0" dirty="0" smtClean="0">
                <a:ln>
                  <a:noFill/>
                </a:ln>
                <a:solidFill>
                  <a:schemeClr val="tx1">
                    <a:lumMod val="95000"/>
                    <a:lumOff val="5000"/>
                  </a:schemeClr>
                </a:solidFill>
                <a:effectLst/>
                <a:latin typeface="Times New Roman" panose="02020603050405020304" pitchFamily="18" charset="0"/>
                <a:cs typeface="Times New Roman" panose="02020603050405020304" pitchFamily="18" charset="0"/>
              </a:rPr>
            </a:br>
            <a:r>
              <a:rPr kumimoji="0" lang="en-US" altLang="en-US" sz="2400" b="1" i="0" u="none" strike="noStrike" cap="none" normalizeH="0" baseline="0" dirty="0" smtClean="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Summarize total and monthly harvested water clearly</a:t>
            </a:r>
            <a:r>
              <a:rPr kumimoji="0" lang="en-US" altLang="en-US" sz="2400" b="1" i="0" u="none" strike="noStrike" cap="none" normalizeH="0" baseline="0" dirty="0" smtClean="0">
                <a:ln>
                  <a:noFill/>
                </a:ln>
                <a:solidFill>
                  <a:schemeClr val="tx1">
                    <a:lumMod val="95000"/>
                    <a:lumOff val="5000"/>
                  </a:schemeClr>
                </a:solidFill>
                <a:effectLst/>
                <a:latin typeface="Times New Roman" panose="02020603050405020304" pitchFamily="18" charset="0"/>
                <a:cs typeface="Times New Roman" panose="02020603050405020304" pitchFamily="18" charset="0"/>
              </a:rPr>
              <a:t>.</a:t>
            </a:r>
            <a:br>
              <a:rPr kumimoji="0" lang="en-US" altLang="en-US" sz="2400" b="1" i="0" u="none" strike="noStrike" cap="none" normalizeH="0" baseline="0" dirty="0" smtClean="0">
                <a:ln>
                  <a:noFill/>
                </a:ln>
                <a:solidFill>
                  <a:schemeClr val="tx1">
                    <a:lumMod val="95000"/>
                    <a:lumOff val="5000"/>
                  </a:schemeClr>
                </a:solidFill>
                <a:effectLst/>
                <a:latin typeface="Times New Roman" panose="02020603050405020304" pitchFamily="18" charset="0"/>
                <a:cs typeface="Times New Roman" panose="02020603050405020304" pitchFamily="18" charset="0"/>
              </a:rPr>
            </a:br>
            <a:r>
              <a:rPr kumimoji="0" lang="en-US" altLang="en-US" sz="2400" b="1" i="0" u="none" strike="noStrike" cap="none" normalizeH="0" baseline="0" dirty="0" smtClean="0">
                <a:ln>
                  <a:noFill/>
                </a:ln>
                <a:solidFill>
                  <a:schemeClr val="tx1">
                    <a:lumMod val="95000"/>
                    <a:lumOff val="5000"/>
                  </a:schemeClr>
                </a:solidFill>
                <a:effectLst/>
                <a:latin typeface="Times New Roman" panose="02020603050405020304" pitchFamily="18" charset="0"/>
                <a:cs typeface="Times New Roman" panose="02020603050405020304" pitchFamily="18" charset="0"/>
              </a:rPr>
              <a:t/>
            </a:r>
            <a:br>
              <a:rPr kumimoji="0" lang="en-US" altLang="en-US" sz="2400" b="1" i="0" u="none" strike="noStrike" cap="none" normalizeH="0" baseline="0" dirty="0" smtClean="0">
                <a:ln>
                  <a:noFill/>
                </a:ln>
                <a:solidFill>
                  <a:schemeClr val="tx1">
                    <a:lumMod val="95000"/>
                    <a:lumOff val="5000"/>
                  </a:schemeClr>
                </a:solidFill>
                <a:effectLst/>
                <a:latin typeface="Times New Roman" panose="02020603050405020304" pitchFamily="18" charset="0"/>
                <a:cs typeface="Times New Roman" panose="02020603050405020304" pitchFamily="18" charset="0"/>
              </a:rPr>
            </a:br>
            <a:r>
              <a:rPr kumimoji="0" lang="en-US" altLang="en-US" sz="2400" b="1" i="0" u="none" strike="noStrike" cap="none" normalizeH="0" baseline="0" dirty="0" smtClean="0">
                <a:ln>
                  <a:noFill/>
                </a:ln>
                <a:solidFill>
                  <a:schemeClr val="tx1">
                    <a:lumMod val="95000"/>
                    <a:lumOff val="5000"/>
                  </a:schemeClr>
                </a:solidFill>
                <a:effectLst/>
                <a:latin typeface="Times New Roman" panose="02020603050405020304" pitchFamily="18" charset="0"/>
                <a:cs typeface="Times New Roman" panose="02020603050405020304" pitchFamily="18" charset="0"/>
              </a:rPr>
              <a:t>Impact Score</a:t>
            </a:r>
            <a:br>
              <a:rPr kumimoji="0" lang="en-US" altLang="en-US" sz="2400" b="1" i="0" u="none" strike="noStrike" cap="none" normalizeH="0" baseline="0" dirty="0" smtClean="0">
                <a:ln>
                  <a:noFill/>
                </a:ln>
                <a:solidFill>
                  <a:schemeClr val="tx1">
                    <a:lumMod val="95000"/>
                    <a:lumOff val="5000"/>
                  </a:schemeClr>
                </a:solidFill>
                <a:effectLst/>
                <a:latin typeface="Times New Roman" panose="02020603050405020304" pitchFamily="18" charset="0"/>
                <a:cs typeface="Times New Roman" panose="02020603050405020304" pitchFamily="18" charset="0"/>
              </a:rPr>
            </a:br>
            <a:r>
              <a:rPr kumimoji="0" lang="en-US" altLang="en-US" sz="2400" b="1" i="0" u="none" strike="noStrike" cap="none" normalizeH="0" baseline="0" dirty="0" smtClean="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Convert </a:t>
            </a:r>
            <a:r>
              <a:rPr kumimoji="0" lang="en-US" altLang="en-US" sz="2400" b="1" i="0" u="none" strike="noStrike" cap="none" normalizeH="0" baseline="0" dirty="0" err="1" smtClean="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litres</a:t>
            </a:r>
            <a:r>
              <a:rPr kumimoji="0" lang="en-US" altLang="en-US" sz="2400" b="1" i="0" u="none" strike="noStrike" cap="none" normalizeH="0" baseline="0" dirty="0" smtClean="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 into understandable household water days.</a:t>
            </a:r>
            <a:br>
              <a:rPr kumimoji="0" lang="en-US" altLang="en-US" sz="2400" b="1" i="0" u="none" strike="noStrike" cap="none" normalizeH="0" baseline="0" dirty="0" smtClean="0">
                <a:ln>
                  <a:noFill/>
                </a:ln>
                <a:solidFill>
                  <a:schemeClr val="tx1">
                    <a:lumMod val="85000"/>
                    <a:lumOff val="15000"/>
                  </a:schemeClr>
                </a:solidFill>
                <a:effectLst/>
                <a:latin typeface="Times New Roman" panose="02020603050405020304" pitchFamily="18" charset="0"/>
                <a:cs typeface="Times New Roman" panose="02020603050405020304" pitchFamily="18" charset="0"/>
              </a:rPr>
            </a:br>
            <a:r>
              <a:rPr kumimoji="0" lang="en-US" altLang="en-US" sz="2400" b="1" i="0" u="none" strike="noStrike" cap="none" normalizeH="0" baseline="0" dirty="0" smtClean="0">
                <a:ln>
                  <a:noFill/>
                </a:ln>
                <a:solidFill>
                  <a:schemeClr val="tx1">
                    <a:lumMod val="95000"/>
                    <a:lumOff val="5000"/>
                  </a:schemeClr>
                </a:solidFill>
                <a:effectLst/>
                <a:latin typeface="Times New Roman" panose="02020603050405020304" pitchFamily="18" charset="0"/>
                <a:cs typeface="Times New Roman" panose="02020603050405020304" pitchFamily="18" charset="0"/>
              </a:rPr>
              <a:t/>
            </a:r>
            <a:br>
              <a:rPr kumimoji="0" lang="en-US" altLang="en-US" sz="2400" b="1" i="0" u="none" strike="noStrike" cap="none" normalizeH="0" baseline="0" dirty="0" smtClean="0">
                <a:ln>
                  <a:noFill/>
                </a:ln>
                <a:solidFill>
                  <a:schemeClr val="tx1">
                    <a:lumMod val="95000"/>
                    <a:lumOff val="5000"/>
                  </a:schemeClr>
                </a:solidFill>
                <a:effectLst/>
                <a:latin typeface="Times New Roman" panose="02020603050405020304" pitchFamily="18" charset="0"/>
                <a:cs typeface="Times New Roman" panose="02020603050405020304" pitchFamily="18" charset="0"/>
              </a:rPr>
            </a:br>
            <a:r>
              <a:rPr kumimoji="0" lang="en-US" altLang="en-US" sz="2400" b="1" i="0" u="none" strike="noStrike" cap="none" normalizeH="0" baseline="0" dirty="0" smtClean="0">
                <a:ln>
                  <a:noFill/>
                </a:ln>
                <a:solidFill>
                  <a:schemeClr val="tx1">
                    <a:lumMod val="95000"/>
                    <a:lumOff val="5000"/>
                  </a:schemeClr>
                </a:solidFill>
                <a:effectLst/>
                <a:latin typeface="Times New Roman" panose="02020603050405020304" pitchFamily="18" charset="0"/>
                <a:cs typeface="Times New Roman" panose="02020603050405020304" pitchFamily="18" charset="0"/>
              </a:rPr>
              <a:t>User Guidance</a:t>
            </a:r>
            <a:br>
              <a:rPr kumimoji="0" lang="en-US" altLang="en-US" sz="2400" b="1" i="0" u="none" strike="noStrike" cap="none" normalizeH="0" baseline="0" dirty="0" smtClean="0">
                <a:ln>
                  <a:noFill/>
                </a:ln>
                <a:solidFill>
                  <a:schemeClr val="tx1">
                    <a:lumMod val="95000"/>
                    <a:lumOff val="5000"/>
                  </a:schemeClr>
                </a:solidFill>
                <a:effectLst/>
                <a:latin typeface="Times New Roman" panose="02020603050405020304" pitchFamily="18" charset="0"/>
                <a:cs typeface="Times New Roman" panose="02020603050405020304" pitchFamily="18" charset="0"/>
              </a:rPr>
            </a:br>
            <a:r>
              <a:rPr kumimoji="0" lang="en-US" altLang="en-US" sz="2400" b="1" i="0" u="none" strike="noStrike" cap="none" normalizeH="0" baseline="0" dirty="0" smtClean="0">
                <a:ln>
                  <a:noFill/>
                </a:ln>
                <a:solidFill>
                  <a:schemeClr val="tx1">
                    <a:lumMod val="85000"/>
                    <a:lumOff val="15000"/>
                  </a:schemeClr>
                </a:solidFill>
                <a:effectLst/>
                <a:latin typeface="Times New Roman" panose="02020603050405020304" pitchFamily="18" charset="0"/>
                <a:cs typeface="Times New Roman" panose="02020603050405020304" pitchFamily="18" charset="0"/>
              </a:rPr>
              <a:t>Provide practical tips for better rainwater harvesting</a:t>
            </a:r>
            <a:r>
              <a:rPr kumimoji="0" lang="en-US" altLang="en-US" sz="2400" b="1" i="0" u="none" strike="noStrike" cap="none" normalizeH="0" baseline="0" dirty="0" smtClean="0">
                <a:ln>
                  <a:noFill/>
                </a:ln>
                <a:solidFill>
                  <a:schemeClr val="tx1">
                    <a:lumMod val="95000"/>
                    <a:lumOff val="5000"/>
                  </a:schemeClr>
                </a:solidFill>
                <a:effectLst/>
                <a:latin typeface="Times New Roman" panose="02020603050405020304" pitchFamily="18" charset="0"/>
                <a:cs typeface="Times New Roman" panose="02020603050405020304" pitchFamily="18" charset="0"/>
              </a:rPr>
              <a:t>.</a:t>
            </a:r>
            <a:endParaRPr kumimoji="0" lang="en-US" altLang="en-US" sz="2400" b="0" i="0" u="none" strike="noStrike" cap="none" normalizeH="0" baseline="0" dirty="0">
              <a:ln>
                <a:noFill/>
              </a:ln>
              <a:solidFill>
                <a:schemeClr val="tx1">
                  <a:lumMod val="95000"/>
                  <a:lumOff val="5000"/>
                </a:schemeClr>
              </a:solidFill>
              <a:effectLst/>
              <a:latin typeface="Times New Roman" panose="02020603050405020304" pitchFamily="18" charset="0"/>
              <a:cs typeface="Times New Roman" panose="02020603050405020304" pitchFamily="18" charset="0"/>
            </a:endParaRPr>
          </a:p>
        </p:txBody>
      </p:sp>
    </p:spTree>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03A155F-D322-7F94-4377-5CE1B58EB50B}"/>
              </a:ext>
            </a:extLst>
          </p:cNvPr>
          <p:cNvSpPr>
            <a:spLocks noGrp="1"/>
          </p:cNvSpPr>
          <p:nvPr>
            <p:ph type="title"/>
          </p:nvPr>
        </p:nvSpPr>
        <p:spPr>
          <a:xfrm>
            <a:off x="204840" y="234356"/>
            <a:ext cx="12895002" cy="1981200"/>
          </a:xfrm>
        </p:spPr>
        <p:txBody>
          <a:bodyPr/>
          <a:lstStyle/>
          <a:p>
            <a:r>
              <a:rPr lang="en-US" b="1" dirty="0" smtClean="0">
                <a:solidFill>
                  <a:srgbClr val="002060"/>
                </a:solidFill>
                <a:latin typeface="Playfair Display Bold"/>
                <a:ea typeface="Playfair Display Bold"/>
                <a:cs typeface="Playfair Display Bold"/>
                <a:sym typeface="Playfair Display Bold"/>
              </a:rPr>
              <a:t>System Requirements:</a:t>
            </a:r>
            <a:endParaRPr lang="en-IN" dirty="0"/>
          </a:p>
        </p:txBody>
      </p:sp>
      <p:sp>
        <p:nvSpPr>
          <p:cNvPr id="3" name="Content Placeholder 2">
            <a:extLst>
              <a:ext uri="{FF2B5EF4-FFF2-40B4-BE49-F238E27FC236}">
                <a16:creationId xmlns:a16="http://schemas.microsoft.com/office/drawing/2014/main" xmlns="" id="{3B2BD4B7-1BFA-DD48-B7B9-32729A164822}"/>
              </a:ext>
            </a:extLst>
          </p:cNvPr>
          <p:cNvSpPr>
            <a:spLocks noGrp="1"/>
          </p:cNvSpPr>
          <p:nvPr>
            <p:ph idx="1"/>
          </p:nvPr>
        </p:nvSpPr>
        <p:spPr>
          <a:xfrm>
            <a:off x="811161" y="1622323"/>
            <a:ext cx="13630784" cy="6727406"/>
          </a:xfrm>
        </p:spPr>
        <p:txBody>
          <a:bodyPr>
            <a:noAutofit/>
          </a:bodyPr>
          <a:lstStyle/>
          <a:p>
            <a:pPr marL="0" indent="0">
              <a:buNone/>
            </a:pPr>
            <a:r>
              <a:rPr lang="en-US" sz="2000" b="1" dirty="0" smtClean="0">
                <a:solidFill>
                  <a:schemeClr val="accent1">
                    <a:lumMod val="75000"/>
                  </a:schemeClr>
                </a:solidFill>
                <a:latin typeface="Playfair Display Bold"/>
                <a:ea typeface="Playfair Display Bold"/>
                <a:cs typeface="Playfair Display Bold"/>
                <a:sym typeface="Playfair Display Bold"/>
              </a:rPr>
              <a:t>Software Requirements</a:t>
            </a:r>
          </a:p>
          <a:p>
            <a:pPr marL="0" indent="0">
              <a:buNone/>
            </a:pPr>
            <a:r>
              <a:rPr lang="en-US" sz="2000" b="1" dirty="0" smtClean="0">
                <a:latin typeface="Playfair Display Bold"/>
                <a:ea typeface="Playfair Display Bold"/>
                <a:cs typeface="Playfair Display Bold"/>
                <a:sym typeface="Playfair Display Bold"/>
              </a:rPr>
              <a:t>1. Programming Language:</a:t>
            </a:r>
          </a:p>
          <a:p>
            <a:pPr marL="0" indent="0">
              <a:buNone/>
            </a:pPr>
            <a:r>
              <a:rPr lang="en-US" sz="2000" b="1" dirty="0" err="1" smtClean="0">
                <a:latin typeface="Playfair Display Bold"/>
                <a:ea typeface="Playfair Display Bold"/>
                <a:cs typeface="Playfair Display Bold"/>
                <a:sym typeface="Playfair Display Bold"/>
              </a:rPr>
              <a:t>Kotlin</a:t>
            </a:r>
            <a:r>
              <a:rPr lang="en-US" sz="2000" b="1" dirty="0" smtClean="0">
                <a:latin typeface="Playfair Display Bold"/>
                <a:ea typeface="Playfair Display Bold"/>
                <a:cs typeface="Playfair Display Bold"/>
                <a:sym typeface="Playfair Display Bold"/>
              </a:rPr>
              <a:t>/java</a:t>
            </a:r>
            <a:endParaRPr lang="en-US" sz="2000" b="1" dirty="0" smtClean="0">
              <a:latin typeface="Playfair Display Bold"/>
              <a:ea typeface="Playfair Display Bold"/>
              <a:cs typeface="Playfair Display Bold"/>
              <a:sym typeface="Playfair Display Bold"/>
            </a:endParaRPr>
          </a:p>
          <a:p>
            <a:pPr marL="0" indent="0">
              <a:buNone/>
            </a:pPr>
            <a:endParaRPr lang="en-US" sz="2000" b="1" dirty="0" smtClean="0">
              <a:latin typeface="Playfair Display Bold"/>
              <a:ea typeface="Playfair Display Bold"/>
              <a:cs typeface="Playfair Display Bold"/>
              <a:sym typeface="Playfair Display Bold"/>
            </a:endParaRPr>
          </a:p>
          <a:p>
            <a:pPr marL="0" indent="0">
              <a:buNone/>
            </a:pPr>
            <a:r>
              <a:rPr lang="en-US" sz="2000" b="1" dirty="0" smtClean="0">
                <a:latin typeface="Playfair Display Bold"/>
                <a:ea typeface="Playfair Display Bold"/>
                <a:cs typeface="Playfair Display Bold"/>
                <a:sym typeface="Playfair Display Bold"/>
              </a:rPr>
              <a:t>2. UI Toolkit:</a:t>
            </a:r>
          </a:p>
          <a:p>
            <a:pPr marL="0" indent="0">
              <a:buNone/>
            </a:pPr>
            <a:r>
              <a:rPr lang="en-US" sz="2000" b="1" dirty="0" smtClean="0">
                <a:latin typeface="Playfair Display Bold"/>
                <a:ea typeface="Playfair Display Bold"/>
                <a:cs typeface="Playfair Display Bold"/>
                <a:sym typeface="Playfair Display Bold"/>
              </a:rPr>
              <a:t>Jetpack Compose</a:t>
            </a:r>
            <a:r>
              <a:rPr lang="en-US" sz="2000" b="1" dirty="0" smtClean="0">
                <a:latin typeface="Playfair Display Bold"/>
                <a:ea typeface="Playfair Display Bold"/>
                <a:cs typeface="Playfair Display Bold"/>
                <a:sym typeface="Playfair Display Bold"/>
              </a:rPr>
              <a:t>,</a:t>
            </a:r>
            <a:endParaRPr lang="en-US" sz="2000" b="1" dirty="0" smtClean="0">
              <a:latin typeface="Playfair Display Bold"/>
              <a:ea typeface="Playfair Display Bold"/>
              <a:cs typeface="Playfair Display Bold"/>
              <a:sym typeface="Playfair Display Bold"/>
            </a:endParaRPr>
          </a:p>
          <a:p>
            <a:pPr marL="0" indent="0">
              <a:buNone/>
            </a:pPr>
            <a:endParaRPr lang="en-US" sz="2000" b="1" dirty="0" smtClean="0">
              <a:latin typeface="Playfair Display Bold"/>
              <a:ea typeface="Playfair Display Bold"/>
              <a:cs typeface="Playfair Display Bold"/>
              <a:sym typeface="Playfair Display Bold"/>
            </a:endParaRPr>
          </a:p>
          <a:p>
            <a:pPr marL="0" indent="0">
              <a:buNone/>
            </a:pPr>
            <a:r>
              <a:rPr lang="en-US" sz="2000" b="1" dirty="0" smtClean="0">
                <a:latin typeface="Playfair Display Bold"/>
                <a:ea typeface="Playfair Display Bold"/>
                <a:cs typeface="Playfair Display Bold"/>
                <a:sym typeface="Playfair Display Bold"/>
              </a:rPr>
              <a:t>3. Database:</a:t>
            </a:r>
          </a:p>
          <a:p>
            <a:pPr marL="0" indent="0">
              <a:buNone/>
            </a:pPr>
            <a:r>
              <a:rPr lang="en-US" sz="2000" b="1" dirty="0" smtClean="0">
                <a:latin typeface="Playfair Display Bold"/>
                <a:ea typeface="Playfair Display Bold"/>
                <a:cs typeface="Playfair Display Bold"/>
                <a:sym typeface="Playfair Display Bold"/>
              </a:rPr>
              <a:t>Room Database (SQLite)</a:t>
            </a:r>
          </a:p>
          <a:p>
            <a:pPr marL="0" indent="0">
              <a:buNone/>
            </a:pPr>
            <a:endParaRPr lang="en-US" sz="2000" b="1" dirty="0" smtClean="0">
              <a:latin typeface="Playfair Display Bold"/>
              <a:ea typeface="Playfair Display Bold"/>
              <a:cs typeface="Playfair Display Bold"/>
              <a:sym typeface="Playfair Display Bold"/>
            </a:endParaRPr>
          </a:p>
          <a:p>
            <a:pPr marL="0" indent="0">
              <a:buNone/>
            </a:pPr>
            <a:r>
              <a:rPr lang="en-US" sz="2000" b="1" dirty="0" smtClean="0">
                <a:latin typeface="Playfair Display Bold"/>
                <a:ea typeface="Playfair Display Bold"/>
                <a:cs typeface="Playfair Display Bold"/>
                <a:sym typeface="Playfair Display Bold"/>
              </a:rPr>
              <a:t>4. Architecture / Libraries:</a:t>
            </a:r>
          </a:p>
          <a:p>
            <a:pPr marL="0" indent="0">
              <a:buNone/>
            </a:pPr>
            <a:r>
              <a:rPr lang="en-US" sz="2000" b="1" dirty="0" smtClean="0">
                <a:latin typeface="Playfair Display Bold"/>
                <a:ea typeface="Playfair Display Bold"/>
                <a:cs typeface="Playfair Display Bold"/>
                <a:sym typeface="Playfair Display Bold"/>
              </a:rPr>
              <a:t>Hilt, </a:t>
            </a:r>
            <a:r>
              <a:rPr lang="en-US" sz="2000" b="1" dirty="0" smtClean="0">
                <a:latin typeface="Playfair Display Bold"/>
                <a:ea typeface="Playfair Display Bold"/>
                <a:cs typeface="Playfair Display Bold"/>
                <a:sym typeface="Playfair Display Bold"/>
              </a:rPr>
              <a:t>MVVM</a:t>
            </a:r>
          </a:p>
          <a:p>
            <a:pPr marL="0" indent="0">
              <a:buNone/>
            </a:pPr>
            <a:endParaRPr lang="en-US" sz="2000" b="1" dirty="0" smtClean="0">
              <a:latin typeface="Playfair Display Bold"/>
              <a:ea typeface="Playfair Display Bold"/>
              <a:cs typeface="Playfair Display Bold"/>
              <a:sym typeface="Playfair Display Bold"/>
            </a:endParaRPr>
          </a:p>
          <a:p>
            <a:pPr marL="0" indent="0">
              <a:buNone/>
            </a:pPr>
            <a:r>
              <a:rPr lang="en-US" sz="2000" b="1" dirty="0" smtClean="0">
                <a:latin typeface="Playfair Display Bold"/>
                <a:ea typeface="Playfair Display Bold"/>
                <a:cs typeface="Playfair Display Bold"/>
                <a:sym typeface="Playfair Display Bold"/>
              </a:rPr>
              <a:t>5. Development Tools:</a:t>
            </a:r>
          </a:p>
          <a:p>
            <a:pPr marL="0" indent="0">
              <a:buNone/>
            </a:pPr>
            <a:r>
              <a:rPr lang="en-US" sz="2000" b="1" dirty="0" smtClean="0">
                <a:latin typeface="Playfair Display Bold"/>
                <a:ea typeface="Playfair Display Bold"/>
                <a:cs typeface="Playfair Display Bold"/>
                <a:sym typeface="Playfair Display Bold"/>
              </a:rPr>
              <a:t>Android Studio, </a:t>
            </a:r>
            <a:r>
              <a:rPr lang="en-US" sz="2000" b="1" dirty="0" err="1" smtClean="0">
                <a:latin typeface="Playfair Display Bold"/>
                <a:ea typeface="Playfair Display Bold"/>
                <a:cs typeface="Playfair Display Bold"/>
                <a:sym typeface="Playfair Display Bold"/>
              </a:rPr>
              <a:t>Gradle</a:t>
            </a:r>
            <a:r>
              <a:rPr lang="en-US" sz="2000" b="1" dirty="0" smtClean="0">
                <a:latin typeface="Playfair Display Bold"/>
                <a:ea typeface="Playfair Display Bold"/>
                <a:cs typeface="Playfair Display Bold"/>
                <a:sym typeface="Playfair Display Bold"/>
              </a:rPr>
              <a:t>, Android SDK</a:t>
            </a:r>
            <a:endParaRPr lang="en-IN" sz="2000" dirty="0"/>
          </a:p>
        </p:txBody>
      </p:sp>
    </p:spTree>
    <p:extLst>
      <p:ext uri="{BB962C8B-B14F-4D97-AF65-F5344CB8AC3E}">
        <p14:creationId xmlns:p14="http://schemas.microsoft.com/office/powerpoint/2010/main" val="29415592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6001" y="894945"/>
            <a:ext cx="12895002" cy="1981200"/>
          </a:xfrm>
        </p:spPr>
        <p:txBody>
          <a:bodyPr>
            <a:noAutofit/>
          </a:bodyPr>
          <a:lstStyle/>
          <a:p>
            <a:r>
              <a:rPr lang="en-US" b="1" dirty="0">
                <a:solidFill>
                  <a:srgbClr val="002060"/>
                </a:solidFill>
                <a:latin typeface="Times New Roman" pitchFamily="18" charset="0"/>
                <a:cs typeface="Times New Roman" pitchFamily="18" charset="0"/>
              </a:rPr>
              <a:t>How the App Works (Functionality</a:t>
            </a:r>
            <a:r>
              <a:rPr lang="en-US" b="1" dirty="0" smtClean="0">
                <a:solidFill>
                  <a:srgbClr val="002060"/>
                </a:solidFill>
                <a:latin typeface="Times New Roman" pitchFamily="18" charset="0"/>
                <a:cs typeface="Times New Roman" pitchFamily="18" charset="0"/>
              </a:rPr>
              <a:t>):</a:t>
            </a:r>
            <a:r>
              <a:rPr lang="en-US" b="1" dirty="0" smtClean="0">
                <a:latin typeface="Times New Roman" pitchFamily="18" charset="0"/>
                <a:cs typeface="Times New Roman" pitchFamily="18" charset="0"/>
              </a:rPr>
              <a:t/>
            </a:r>
            <a:br>
              <a:rPr lang="en-US" b="1" dirty="0" smtClean="0">
                <a:latin typeface="Times New Roman" pitchFamily="18" charset="0"/>
                <a:cs typeface="Times New Roman" pitchFamily="18" charset="0"/>
              </a:rPr>
            </a:br>
            <a:r>
              <a:rPr lang="en-US" sz="2800" b="1" dirty="0">
                <a:latin typeface="Times New Roman" pitchFamily="18" charset="0"/>
                <a:cs typeface="Times New Roman" pitchFamily="18" charset="0"/>
              </a:rPr>
              <a:t/>
            </a:r>
            <a:br>
              <a:rPr lang="en-US" sz="2800" b="1" dirty="0">
                <a:latin typeface="Times New Roman" pitchFamily="18" charset="0"/>
                <a:cs typeface="Times New Roman" pitchFamily="18" charset="0"/>
              </a:rPr>
            </a:br>
            <a:r>
              <a:rPr lang="en-US" sz="2800" dirty="0">
                <a:solidFill>
                  <a:schemeClr val="tx1">
                    <a:lumMod val="95000"/>
                    <a:lumOff val="5000"/>
                  </a:schemeClr>
                </a:solidFill>
                <a:latin typeface="Times New Roman" pitchFamily="18" charset="0"/>
                <a:cs typeface="Times New Roman" pitchFamily="18" charset="0"/>
              </a:rPr>
              <a:t>The app follows a logical flow to convert environmental data into household utility</a:t>
            </a:r>
            <a:r>
              <a:rPr lang="en-US" sz="2800" dirty="0" smtClean="0">
                <a:solidFill>
                  <a:schemeClr val="tx1">
                    <a:lumMod val="95000"/>
                    <a:lumOff val="5000"/>
                  </a:schemeClr>
                </a:solidFill>
                <a:latin typeface="Times New Roman" pitchFamily="18" charset="0"/>
                <a:cs typeface="Times New Roman" pitchFamily="18" charset="0"/>
              </a:rPr>
              <a:t>:</a:t>
            </a:r>
            <a:br>
              <a:rPr lang="en-US" sz="2800" dirty="0" smtClean="0">
                <a:solidFill>
                  <a:schemeClr val="tx1">
                    <a:lumMod val="95000"/>
                    <a:lumOff val="5000"/>
                  </a:schemeClr>
                </a:solidFill>
                <a:latin typeface="Times New Roman" pitchFamily="18" charset="0"/>
                <a:cs typeface="Times New Roman" pitchFamily="18" charset="0"/>
              </a:rPr>
            </a:br>
            <a:r>
              <a:rPr lang="en-US" sz="2800" dirty="0">
                <a:solidFill>
                  <a:schemeClr val="tx1">
                    <a:lumMod val="95000"/>
                    <a:lumOff val="5000"/>
                  </a:schemeClr>
                </a:solidFill>
                <a:latin typeface="Times New Roman" pitchFamily="18" charset="0"/>
                <a:cs typeface="Times New Roman" pitchFamily="18" charset="0"/>
              </a:rPr>
              <a:t/>
            </a:r>
            <a:br>
              <a:rPr lang="en-US" sz="2800" dirty="0">
                <a:solidFill>
                  <a:schemeClr val="tx1">
                    <a:lumMod val="95000"/>
                    <a:lumOff val="5000"/>
                  </a:schemeClr>
                </a:solidFill>
                <a:latin typeface="Times New Roman" pitchFamily="18" charset="0"/>
                <a:cs typeface="Times New Roman" pitchFamily="18" charset="0"/>
              </a:rPr>
            </a:br>
            <a:r>
              <a:rPr lang="en-US" sz="2800" b="1" dirty="0">
                <a:solidFill>
                  <a:schemeClr val="tx1">
                    <a:lumMod val="95000"/>
                    <a:lumOff val="5000"/>
                  </a:schemeClr>
                </a:solidFill>
                <a:latin typeface="Times New Roman" pitchFamily="18" charset="0"/>
                <a:cs typeface="Times New Roman" pitchFamily="18" charset="0"/>
              </a:rPr>
              <a:t>Setup:</a:t>
            </a:r>
            <a:r>
              <a:rPr lang="en-US" sz="2800" dirty="0">
                <a:solidFill>
                  <a:schemeClr val="tx1">
                    <a:lumMod val="95000"/>
                    <a:lumOff val="5000"/>
                  </a:schemeClr>
                </a:solidFill>
                <a:latin typeface="Times New Roman" pitchFamily="18" charset="0"/>
                <a:cs typeface="Times New Roman" pitchFamily="18" charset="0"/>
              </a:rPr>
              <a:t> The user inputs their specific home data, </a:t>
            </a:r>
            <a:r>
              <a:rPr lang="en-US" sz="2800" dirty="0" smtClean="0">
                <a:solidFill>
                  <a:schemeClr val="tx1">
                    <a:lumMod val="95000"/>
                    <a:lumOff val="5000"/>
                  </a:schemeClr>
                </a:solidFill>
                <a:latin typeface="Times New Roman" pitchFamily="18" charset="0"/>
                <a:cs typeface="Times New Roman" pitchFamily="18" charset="0"/>
              </a:rPr>
              <a:t>including</a:t>
            </a:r>
            <a:r>
              <a:rPr lang="en-US" sz="2800" dirty="0">
                <a:solidFill>
                  <a:schemeClr val="tx1">
                    <a:lumMod val="95000"/>
                    <a:lumOff val="5000"/>
                  </a:schemeClr>
                </a:solidFill>
                <a:latin typeface="Times New Roman" pitchFamily="18" charset="0"/>
                <a:cs typeface="Times New Roman" pitchFamily="18" charset="0"/>
              </a:rPr>
              <a:t> </a:t>
            </a:r>
            <a:r>
              <a:rPr lang="en-US" sz="2800" b="1" dirty="0" smtClean="0">
                <a:solidFill>
                  <a:schemeClr val="tx1">
                    <a:lumMod val="95000"/>
                    <a:lumOff val="5000"/>
                  </a:schemeClr>
                </a:solidFill>
                <a:latin typeface="Times New Roman" pitchFamily="18" charset="0"/>
                <a:cs typeface="Times New Roman" pitchFamily="18" charset="0"/>
              </a:rPr>
              <a:t>Roof </a:t>
            </a:r>
            <a:r>
              <a:rPr lang="en-US" sz="2800" b="1" dirty="0">
                <a:solidFill>
                  <a:schemeClr val="tx1">
                    <a:lumMod val="95000"/>
                    <a:lumOff val="5000"/>
                  </a:schemeClr>
                </a:solidFill>
                <a:latin typeface="Times New Roman" pitchFamily="18" charset="0"/>
                <a:cs typeface="Times New Roman" pitchFamily="18" charset="0"/>
              </a:rPr>
              <a:t>Area</a:t>
            </a:r>
            <a:r>
              <a:rPr lang="en-US" sz="2800" dirty="0">
                <a:solidFill>
                  <a:schemeClr val="tx1">
                    <a:lumMod val="95000"/>
                    <a:lumOff val="5000"/>
                  </a:schemeClr>
                </a:solidFill>
                <a:latin typeface="Times New Roman" pitchFamily="18" charset="0"/>
                <a:cs typeface="Times New Roman" pitchFamily="18" charset="0"/>
              </a:rPr>
              <a:t>, </a:t>
            </a:r>
            <a:r>
              <a:rPr lang="en-US" sz="2800" b="1" dirty="0">
                <a:solidFill>
                  <a:schemeClr val="tx1">
                    <a:lumMod val="95000"/>
                    <a:lumOff val="5000"/>
                  </a:schemeClr>
                </a:solidFill>
                <a:latin typeface="Times New Roman" pitchFamily="18" charset="0"/>
                <a:cs typeface="Times New Roman" pitchFamily="18" charset="0"/>
              </a:rPr>
              <a:t>Tank Capacity</a:t>
            </a:r>
            <a:r>
              <a:rPr lang="en-US" sz="2800" dirty="0">
                <a:solidFill>
                  <a:schemeClr val="tx1">
                    <a:lumMod val="95000"/>
                    <a:lumOff val="5000"/>
                  </a:schemeClr>
                </a:solidFill>
                <a:latin typeface="Times New Roman" pitchFamily="18" charset="0"/>
                <a:cs typeface="Times New Roman" pitchFamily="18" charset="0"/>
              </a:rPr>
              <a:t>, and </a:t>
            </a:r>
            <a:r>
              <a:rPr lang="en-US" sz="2800" b="1" dirty="0">
                <a:solidFill>
                  <a:schemeClr val="tx1">
                    <a:lumMod val="95000"/>
                    <a:lumOff val="5000"/>
                  </a:schemeClr>
                </a:solidFill>
                <a:latin typeface="Times New Roman" pitchFamily="18" charset="0"/>
                <a:cs typeface="Times New Roman" pitchFamily="18" charset="0"/>
              </a:rPr>
              <a:t>Roof Material</a:t>
            </a:r>
            <a:r>
              <a:rPr lang="en-US" sz="2800" dirty="0">
                <a:solidFill>
                  <a:schemeClr val="tx1">
                    <a:lumMod val="95000"/>
                    <a:lumOff val="5000"/>
                  </a:schemeClr>
                </a:solidFill>
                <a:latin typeface="Times New Roman" pitchFamily="18" charset="0"/>
                <a:cs typeface="Times New Roman" pitchFamily="18" charset="0"/>
              </a:rPr>
              <a:t> (which affects the runoff coefficient/efficiency).</a:t>
            </a:r>
            <a:br>
              <a:rPr lang="en-US" sz="2800" dirty="0">
                <a:solidFill>
                  <a:schemeClr val="tx1">
                    <a:lumMod val="95000"/>
                    <a:lumOff val="5000"/>
                  </a:schemeClr>
                </a:solidFill>
                <a:latin typeface="Times New Roman" pitchFamily="18" charset="0"/>
                <a:cs typeface="Times New Roman" pitchFamily="18" charset="0"/>
              </a:rPr>
            </a:br>
            <a:r>
              <a:rPr lang="en-US" sz="2800" dirty="0" smtClean="0">
                <a:solidFill>
                  <a:schemeClr val="tx1">
                    <a:lumMod val="95000"/>
                    <a:lumOff val="5000"/>
                  </a:schemeClr>
                </a:solidFill>
                <a:latin typeface="Times New Roman" pitchFamily="18" charset="0"/>
                <a:cs typeface="Times New Roman" pitchFamily="18" charset="0"/>
              </a:rPr>
              <a:t/>
            </a:r>
            <a:br>
              <a:rPr lang="en-US" sz="2800" dirty="0" smtClean="0">
                <a:solidFill>
                  <a:schemeClr val="tx1">
                    <a:lumMod val="95000"/>
                    <a:lumOff val="5000"/>
                  </a:schemeClr>
                </a:solidFill>
                <a:latin typeface="Times New Roman" pitchFamily="18" charset="0"/>
                <a:cs typeface="Times New Roman" pitchFamily="18" charset="0"/>
              </a:rPr>
            </a:br>
            <a:r>
              <a:rPr lang="en-US" sz="2800" b="1" dirty="0" smtClean="0">
                <a:solidFill>
                  <a:schemeClr val="tx1">
                    <a:lumMod val="95000"/>
                    <a:lumOff val="5000"/>
                  </a:schemeClr>
                </a:solidFill>
                <a:latin typeface="Times New Roman" pitchFamily="18" charset="0"/>
                <a:cs typeface="Times New Roman" pitchFamily="18" charset="0"/>
              </a:rPr>
              <a:t>Data </a:t>
            </a:r>
            <a:r>
              <a:rPr lang="en-US" sz="2800" b="1" dirty="0">
                <a:solidFill>
                  <a:schemeClr val="tx1">
                    <a:lumMod val="95000"/>
                    <a:lumOff val="5000"/>
                  </a:schemeClr>
                </a:solidFill>
                <a:latin typeface="Times New Roman" pitchFamily="18" charset="0"/>
                <a:cs typeface="Times New Roman" pitchFamily="18" charset="0"/>
              </a:rPr>
              <a:t>Entry:</a:t>
            </a:r>
            <a:r>
              <a:rPr lang="en-US" sz="2800" dirty="0">
                <a:solidFill>
                  <a:schemeClr val="tx1">
                    <a:lumMod val="95000"/>
                    <a:lumOff val="5000"/>
                  </a:schemeClr>
                </a:solidFill>
                <a:latin typeface="Times New Roman" pitchFamily="18" charset="0"/>
                <a:cs typeface="Times New Roman" pitchFamily="18" charset="0"/>
              </a:rPr>
              <a:t> Users manually enter rainfall in millimeters (mm).</a:t>
            </a:r>
            <a:br>
              <a:rPr lang="en-US" sz="2800" dirty="0">
                <a:solidFill>
                  <a:schemeClr val="tx1">
                    <a:lumMod val="95000"/>
                    <a:lumOff val="5000"/>
                  </a:schemeClr>
                </a:solidFill>
                <a:latin typeface="Times New Roman" pitchFamily="18" charset="0"/>
                <a:cs typeface="Times New Roman" pitchFamily="18" charset="0"/>
              </a:rPr>
            </a:br>
            <a:r>
              <a:rPr lang="en-US" sz="2800" dirty="0" smtClean="0">
                <a:solidFill>
                  <a:schemeClr val="tx1">
                    <a:lumMod val="95000"/>
                    <a:lumOff val="5000"/>
                  </a:schemeClr>
                </a:solidFill>
                <a:latin typeface="Times New Roman" pitchFamily="18" charset="0"/>
                <a:cs typeface="Times New Roman" pitchFamily="18" charset="0"/>
              </a:rPr>
              <a:t/>
            </a:r>
            <a:br>
              <a:rPr lang="en-US" sz="2800" dirty="0" smtClean="0">
                <a:solidFill>
                  <a:schemeClr val="tx1">
                    <a:lumMod val="95000"/>
                    <a:lumOff val="5000"/>
                  </a:schemeClr>
                </a:solidFill>
                <a:latin typeface="Times New Roman" pitchFamily="18" charset="0"/>
                <a:cs typeface="Times New Roman" pitchFamily="18" charset="0"/>
              </a:rPr>
            </a:br>
            <a:r>
              <a:rPr lang="en-US" sz="2800" b="1" dirty="0" smtClean="0">
                <a:solidFill>
                  <a:schemeClr val="tx1">
                    <a:lumMod val="95000"/>
                    <a:lumOff val="5000"/>
                  </a:schemeClr>
                </a:solidFill>
                <a:latin typeface="Times New Roman" pitchFamily="18" charset="0"/>
                <a:cs typeface="Times New Roman" pitchFamily="18" charset="0"/>
              </a:rPr>
              <a:t>The </a:t>
            </a:r>
            <a:r>
              <a:rPr lang="en-US" sz="2800" b="1" dirty="0">
                <a:solidFill>
                  <a:schemeClr val="tx1">
                    <a:lumMod val="95000"/>
                    <a:lumOff val="5000"/>
                  </a:schemeClr>
                </a:solidFill>
                <a:latin typeface="Times New Roman" pitchFamily="18" charset="0"/>
                <a:cs typeface="Times New Roman" pitchFamily="18" charset="0"/>
              </a:rPr>
              <a:t>Logic:</a:t>
            </a:r>
            <a:r>
              <a:rPr lang="en-US" sz="2800" dirty="0">
                <a:solidFill>
                  <a:schemeClr val="tx1">
                    <a:lumMod val="95000"/>
                    <a:lumOff val="5000"/>
                  </a:schemeClr>
                </a:solidFill>
                <a:latin typeface="Times New Roman" pitchFamily="18" charset="0"/>
                <a:cs typeface="Times New Roman" pitchFamily="18" charset="0"/>
              </a:rPr>
              <a:t> The app uses a specific formula to calculate harvestable water</a:t>
            </a:r>
            <a:r>
              <a:rPr lang="en-US" sz="2800" dirty="0" smtClean="0">
                <a:solidFill>
                  <a:schemeClr val="tx1">
                    <a:lumMod val="95000"/>
                    <a:lumOff val="5000"/>
                  </a:schemeClr>
                </a:solidFill>
                <a:latin typeface="Times New Roman" pitchFamily="18" charset="0"/>
                <a:cs typeface="Times New Roman" pitchFamily="18" charset="0"/>
              </a:rPr>
              <a:t>:</a:t>
            </a:r>
            <a:br>
              <a:rPr lang="en-US" sz="2800" dirty="0" smtClean="0">
                <a:solidFill>
                  <a:schemeClr val="tx1">
                    <a:lumMod val="95000"/>
                    <a:lumOff val="5000"/>
                  </a:schemeClr>
                </a:solidFill>
                <a:latin typeface="Times New Roman" pitchFamily="18" charset="0"/>
                <a:cs typeface="Times New Roman" pitchFamily="18" charset="0"/>
              </a:rPr>
            </a:br>
            <a:r>
              <a:rPr lang="en-US" sz="2800" dirty="0">
                <a:solidFill>
                  <a:schemeClr val="tx1">
                    <a:lumMod val="95000"/>
                    <a:lumOff val="5000"/>
                  </a:schemeClr>
                </a:solidFill>
                <a:latin typeface="Times New Roman" pitchFamily="18" charset="0"/>
                <a:cs typeface="Times New Roman" pitchFamily="18" charset="0"/>
              </a:rPr>
              <a:t/>
            </a:r>
            <a:br>
              <a:rPr lang="en-US" sz="2800" dirty="0">
                <a:solidFill>
                  <a:schemeClr val="tx1">
                    <a:lumMod val="95000"/>
                    <a:lumOff val="5000"/>
                  </a:schemeClr>
                </a:solidFill>
                <a:latin typeface="Times New Roman" pitchFamily="18" charset="0"/>
                <a:cs typeface="Times New Roman" pitchFamily="18" charset="0"/>
              </a:rPr>
            </a:br>
            <a:r>
              <a:rPr lang="en-US" sz="2800" dirty="0" smtClean="0">
                <a:solidFill>
                  <a:schemeClr val="tx1">
                    <a:lumMod val="95000"/>
                    <a:lumOff val="5000"/>
                  </a:schemeClr>
                </a:solidFill>
                <a:latin typeface="Times New Roman" pitchFamily="18" charset="0"/>
                <a:cs typeface="Times New Roman" pitchFamily="18" charset="0"/>
              </a:rPr>
              <a:t>Water Saved </a:t>
            </a:r>
            <a:r>
              <a:rPr lang="en-US" sz="2800" dirty="0">
                <a:solidFill>
                  <a:schemeClr val="tx1">
                    <a:lumMod val="95000"/>
                    <a:lumOff val="5000"/>
                  </a:schemeClr>
                </a:solidFill>
                <a:latin typeface="Times New Roman" pitchFamily="18" charset="0"/>
                <a:cs typeface="Times New Roman" pitchFamily="18" charset="0"/>
              </a:rPr>
              <a:t>= </a:t>
            </a:r>
            <a:r>
              <a:rPr lang="en-US" sz="2800" dirty="0" smtClean="0">
                <a:solidFill>
                  <a:schemeClr val="tx1">
                    <a:lumMod val="95000"/>
                    <a:lumOff val="5000"/>
                  </a:schemeClr>
                </a:solidFill>
                <a:latin typeface="Times New Roman" pitchFamily="18" charset="0"/>
                <a:cs typeface="Times New Roman" pitchFamily="18" charset="0"/>
              </a:rPr>
              <a:t>Area*Rainfall*0.0929*</a:t>
            </a:r>
            <a:r>
              <a:rPr lang="en-US" sz="2800" dirty="0">
                <a:solidFill>
                  <a:schemeClr val="tx1">
                    <a:lumMod val="95000"/>
                    <a:lumOff val="5000"/>
                  </a:schemeClr>
                </a:solidFill>
                <a:latin typeface="Times New Roman" pitchFamily="18" charset="0"/>
                <a:cs typeface="Times New Roman" pitchFamily="18" charset="0"/>
              </a:rPr>
              <a:t/>
            </a:r>
            <a:br>
              <a:rPr lang="en-US" sz="2800" dirty="0">
                <a:solidFill>
                  <a:schemeClr val="tx1">
                    <a:lumMod val="95000"/>
                    <a:lumOff val="5000"/>
                  </a:schemeClr>
                </a:solidFill>
                <a:latin typeface="Times New Roman" pitchFamily="18" charset="0"/>
                <a:cs typeface="Times New Roman" pitchFamily="18" charset="0"/>
              </a:rPr>
            </a:br>
            <a:r>
              <a:rPr lang="en-US" sz="2800" dirty="0" smtClean="0">
                <a:solidFill>
                  <a:schemeClr val="tx1">
                    <a:lumMod val="95000"/>
                    <a:lumOff val="5000"/>
                  </a:schemeClr>
                </a:solidFill>
                <a:latin typeface="Times New Roman" pitchFamily="18" charset="0"/>
                <a:cs typeface="Times New Roman" pitchFamily="18" charset="0"/>
              </a:rPr>
              <a:t/>
            </a:r>
            <a:br>
              <a:rPr lang="en-US" sz="2800" dirty="0" smtClean="0">
                <a:solidFill>
                  <a:schemeClr val="tx1">
                    <a:lumMod val="95000"/>
                    <a:lumOff val="5000"/>
                  </a:schemeClr>
                </a:solidFill>
                <a:latin typeface="Times New Roman" pitchFamily="18" charset="0"/>
                <a:cs typeface="Times New Roman" pitchFamily="18" charset="0"/>
              </a:rPr>
            </a:br>
            <a:r>
              <a:rPr lang="en-US" sz="2800" b="1" dirty="0" smtClean="0">
                <a:solidFill>
                  <a:schemeClr val="tx1">
                    <a:lumMod val="95000"/>
                    <a:lumOff val="5000"/>
                  </a:schemeClr>
                </a:solidFill>
                <a:latin typeface="Times New Roman" pitchFamily="18" charset="0"/>
                <a:cs typeface="Times New Roman" pitchFamily="18" charset="0"/>
              </a:rPr>
              <a:t>Visual </a:t>
            </a:r>
            <a:r>
              <a:rPr lang="en-US" sz="2800" b="1" dirty="0">
                <a:solidFill>
                  <a:schemeClr val="tx1">
                    <a:lumMod val="95000"/>
                    <a:lumOff val="5000"/>
                  </a:schemeClr>
                </a:solidFill>
                <a:latin typeface="Times New Roman" pitchFamily="18" charset="0"/>
                <a:cs typeface="Times New Roman" pitchFamily="18" charset="0"/>
              </a:rPr>
              <a:t>Dashboard:</a:t>
            </a:r>
            <a:r>
              <a:rPr lang="en-US" sz="2800" dirty="0">
                <a:solidFill>
                  <a:schemeClr val="tx1">
                    <a:lumMod val="95000"/>
                    <a:lumOff val="5000"/>
                  </a:schemeClr>
                </a:solidFill>
                <a:latin typeface="Times New Roman" pitchFamily="18" charset="0"/>
                <a:cs typeface="Times New Roman" pitchFamily="18" charset="0"/>
              </a:rPr>
              <a:t> It features a "Water Tank" progress bar that visually fills up based on the data entered, making the storage level easy to understand at a glance.</a:t>
            </a:r>
            <a:br>
              <a:rPr lang="en-US" sz="2800" dirty="0">
                <a:solidFill>
                  <a:schemeClr val="tx1">
                    <a:lumMod val="95000"/>
                    <a:lumOff val="5000"/>
                  </a:schemeClr>
                </a:solidFill>
                <a:latin typeface="Times New Roman" pitchFamily="18" charset="0"/>
                <a:cs typeface="Times New Roman" pitchFamily="18" charset="0"/>
              </a:rPr>
            </a:br>
            <a:endParaRPr lang="en-IN" sz="2800" dirty="0">
              <a:solidFill>
                <a:schemeClr val="tx1">
                  <a:lumMod val="95000"/>
                  <a:lumOff val="5000"/>
                </a:schemeClr>
              </a:solidFill>
              <a:latin typeface="Times New Roman" pitchFamily="18" charset="0"/>
              <a:cs typeface="Times New Roman" pitchFamily="18" charset="0"/>
            </a:endParaRPr>
          </a:p>
        </p:txBody>
      </p:sp>
    </p:spTree>
    <p:extLst>
      <p:ext uri="{BB962C8B-B14F-4D97-AF65-F5344CB8AC3E}">
        <p14:creationId xmlns:p14="http://schemas.microsoft.com/office/powerpoint/2010/main" val="9205099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xmlns="" id="{40BAE618-977D-507B-F61E-99854E03EF63}"/>
              </a:ext>
            </a:extLst>
          </p:cNvPr>
          <p:cNvSpPr txBox="1"/>
          <p:nvPr/>
        </p:nvSpPr>
        <p:spPr>
          <a:xfrm>
            <a:off x="2805545" y="4343401"/>
            <a:ext cx="3657600" cy="373249"/>
          </a:xfrm>
          <a:prstGeom prst="rect">
            <a:avLst/>
          </a:prstGeom>
          <a:noFill/>
        </p:spPr>
        <p:txBody>
          <a:bodyPr wrap="square" rtlCol="0">
            <a:spAutoFit/>
          </a:bodyPr>
          <a:lstStyle/>
          <a:p>
            <a:r>
              <a:rPr lang="en-US" smtClean="0"/>
              <a:t>Welcome Page</a:t>
            </a:r>
            <a:endParaRPr lang="en-US" dirty="0"/>
          </a:p>
        </p:txBody>
      </p:sp>
      <p:sp>
        <p:nvSpPr>
          <p:cNvPr id="12" name="TextBox 11">
            <a:extLst>
              <a:ext uri="{FF2B5EF4-FFF2-40B4-BE49-F238E27FC236}">
                <a16:creationId xmlns:a16="http://schemas.microsoft.com/office/drawing/2014/main" xmlns="" id="{884C554C-475D-BDE8-70DF-1E233460D4CC}"/>
              </a:ext>
            </a:extLst>
          </p:cNvPr>
          <p:cNvSpPr txBox="1"/>
          <p:nvPr/>
        </p:nvSpPr>
        <p:spPr>
          <a:xfrm>
            <a:off x="12022168" y="4533810"/>
            <a:ext cx="9247908" cy="369332"/>
          </a:xfrm>
          <a:prstGeom prst="rect">
            <a:avLst/>
          </a:prstGeom>
          <a:noFill/>
        </p:spPr>
        <p:txBody>
          <a:bodyPr wrap="square">
            <a:spAutoFit/>
          </a:bodyPr>
          <a:lstStyle/>
          <a:p>
            <a:r>
              <a:rPr lang="en-US" dirty="0" smtClean="0"/>
              <a:t>Setup Page</a:t>
            </a:r>
            <a:endParaRPr lang="en-US" dirty="0"/>
          </a:p>
        </p:txBody>
      </p:sp>
      <p:sp>
        <p:nvSpPr>
          <p:cNvPr id="14" name="TextBox 13">
            <a:extLst>
              <a:ext uri="{FF2B5EF4-FFF2-40B4-BE49-F238E27FC236}">
                <a16:creationId xmlns:a16="http://schemas.microsoft.com/office/drawing/2014/main" xmlns="" id="{F97085C3-9ED4-BA31-7357-79914C9241F5}"/>
              </a:ext>
            </a:extLst>
          </p:cNvPr>
          <p:cNvSpPr txBox="1"/>
          <p:nvPr/>
        </p:nvSpPr>
        <p:spPr>
          <a:xfrm>
            <a:off x="2427978" y="8938492"/>
            <a:ext cx="11076708" cy="369332"/>
          </a:xfrm>
          <a:prstGeom prst="rect">
            <a:avLst/>
          </a:prstGeom>
          <a:noFill/>
        </p:spPr>
        <p:txBody>
          <a:bodyPr wrap="square">
            <a:spAutoFit/>
          </a:bodyPr>
          <a:lstStyle/>
          <a:p>
            <a:r>
              <a:rPr lang="en-US" dirty="0" smtClean="0"/>
              <a:t>Dashboard / Report</a:t>
            </a:r>
            <a:endParaRPr lang="en-US" dirty="0"/>
          </a:p>
        </p:txBody>
      </p:sp>
      <p:sp>
        <p:nvSpPr>
          <p:cNvPr id="16" name="TextBox 15">
            <a:extLst>
              <a:ext uri="{FF2B5EF4-FFF2-40B4-BE49-F238E27FC236}">
                <a16:creationId xmlns:a16="http://schemas.microsoft.com/office/drawing/2014/main" xmlns="" id="{5293B345-ACFC-42E6-95AD-61B06681C8D3}"/>
              </a:ext>
            </a:extLst>
          </p:cNvPr>
          <p:cNvSpPr txBox="1"/>
          <p:nvPr/>
        </p:nvSpPr>
        <p:spPr>
          <a:xfrm>
            <a:off x="9044185" y="8938492"/>
            <a:ext cx="11908464" cy="369332"/>
          </a:xfrm>
          <a:prstGeom prst="rect">
            <a:avLst/>
          </a:prstGeom>
          <a:noFill/>
        </p:spPr>
        <p:txBody>
          <a:bodyPr wrap="square">
            <a:spAutoFit/>
          </a:bodyPr>
          <a:lstStyle/>
          <a:p>
            <a:r>
              <a:rPr lang="en-US" dirty="0" smtClean="0"/>
              <a:t>Impact / Tips</a:t>
            </a:r>
            <a:endParaRPr lang="en-US" dirty="0"/>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81451" y="613959"/>
            <a:ext cx="2353272" cy="3550256"/>
          </a:xfrm>
          <a:prstGeom prst="rect">
            <a:avLst/>
          </a:prstGeo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85954" y="5255135"/>
            <a:ext cx="2739486" cy="3462145"/>
          </a:xfrm>
          <a:prstGeom prst="rect">
            <a:avLst/>
          </a:prstGeom>
        </p:spPr>
      </p:pic>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507654" y="613959"/>
            <a:ext cx="2536531" cy="3916066"/>
          </a:xfrm>
          <a:prstGeom prst="rect">
            <a:avLst/>
          </a:prstGeom>
        </p:spPr>
      </p:pic>
      <p:pic>
        <p:nvPicPr>
          <p:cNvPr id="9" name="Picture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707503" y="433932"/>
            <a:ext cx="2416793" cy="3909469"/>
          </a:xfrm>
          <a:prstGeom prst="rect">
            <a:avLst/>
          </a:prstGeom>
        </p:spPr>
      </p:pic>
      <p:pic>
        <p:nvPicPr>
          <p:cNvPr id="13" name="Picture 1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044184" y="4905978"/>
            <a:ext cx="2663319" cy="3847848"/>
          </a:xfrm>
          <a:prstGeom prst="rect">
            <a:avLst/>
          </a:prstGeom>
        </p:spPr>
      </p:pic>
    </p:spTree>
    <p:extLst>
      <p:ext uri="{BB962C8B-B14F-4D97-AF65-F5344CB8AC3E}">
        <p14:creationId xmlns:p14="http://schemas.microsoft.com/office/powerpoint/2010/main" val="10749481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21D9AEB-75BC-8B16-0CD8-7CA9FB992156}"/>
              </a:ext>
            </a:extLst>
          </p:cNvPr>
          <p:cNvSpPr>
            <a:spLocks noGrp="1"/>
          </p:cNvSpPr>
          <p:nvPr>
            <p:ph type="title"/>
          </p:nvPr>
        </p:nvSpPr>
        <p:spPr>
          <a:xfrm>
            <a:off x="371348" y="680668"/>
            <a:ext cx="11446256" cy="1245870"/>
          </a:xfrm>
        </p:spPr>
        <p:txBody>
          <a:bodyPr/>
          <a:lstStyle/>
          <a:p>
            <a:r>
              <a:rPr lang="en-IN" b="1" dirty="0" smtClean="0">
                <a:solidFill>
                  <a:srgbClr val="002060"/>
                </a:solidFill>
              </a:rPr>
              <a:t>CONCLUSION:</a:t>
            </a:r>
            <a:endParaRPr lang="en-IN" b="1" dirty="0"/>
          </a:p>
        </p:txBody>
      </p:sp>
      <p:sp>
        <p:nvSpPr>
          <p:cNvPr id="3" name="Text Placeholder 2">
            <a:extLst>
              <a:ext uri="{FF2B5EF4-FFF2-40B4-BE49-F238E27FC236}">
                <a16:creationId xmlns:a16="http://schemas.microsoft.com/office/drawing/2014/main" xmlns="" id="{F6374A1E-2598-66F9-6A80-2DE318361BBE}"/>
              </a:ext>
            </a:extLst>
          </p:cNvPr>
          <p:cNvSpPr>
            <a:spLocks noGrp="1"/>
          </p:cNvSpPr>
          <p:nvPr>
            <p:ph idx="1"/>
          </p:nvPr>
        </p:nvSpPr>
        <p:spPr>
          <a:xfrm>
            <a:off x="371347" y="2589570"/>
            <a:ext cx="14927267" cy="6093976"/>
          </a:xfrm>
        </p:spPr>
        <p:txBody>
          <a:bodyPr>
            <a:normAutofit/>
          </a:bodyPr>
          <a:lstStyle/>
          <a:p>
            <a:pPr algn="just"/>
            <a:r>
              <a:rPr lang="en-US" sz="2800" dirty="0" err="1" smtClean="0">
                <a:solidFill>
                  <a:schemeClr val="tx1">
                    <a:lumMod val="95000"/>
                    <a:lumOff val="5000"/>
                  </a:schemeClr>
                </a:solidFill>
                <a:latin typeface="Times New Roman" panose="02020603050405020304" pitchFamily="18" charset="0"/>
                <a:cs typeface="Times New Roman" panose="02020603050405020304" pitchFamily="18" charset="0"/>
              </a:rPr>
              <a:t>Jal-Sanchay</a:t>
            </a:r>
            <a:r>
              <a:rPr lang="en-US" sz="2800" dirty="0" smtClean="0">
                <a:solidFill>
                  <a:schemeClr val="tx1">
                    <a:lumMod val="95000"/>
                    <a:lumOff val="5000"/>
                  </a:schemeClr>
                </a:solidFill>
                <a:latin typeface="Times New Roman" panose="02020603050405020304" pitchFamily="18" charset="0"/>
                <a:cs typeface="Times New Roman" panose="02020603050405020304" pitchFamily="18" charset="0"/>
              </a:rPr>
              <a:t> Tracker successfully demonstrates how an Android application can turn rainwater harvesting into a measurable and user-friendly household activity. By combining setup data, rainfall entry, local Room storage, and a reactive Jetpack Compose dashboard, the system gives users clear feedback about </a:t>
            </a:r>
            <a:r>
              <a:rPr lang="en-US" sz="2800" dirty="0" err="1" smtClean="0">
                <a:solidFill>
                  <a:schemeClr val="tx1">
                    <a:lumMod val="95000"/>
                    <a:lumOff val="5000"/>
                  </a:schemeClr>
                </a:solidFill>
                <a:latin typeface="Times New Roman" panose="02020603050405020304" pitchFamily="18" charset="0"/>
                <a:cs typeface="Times New Roman" panose="02020603050405020304" pitchFamily="18" charset="0"/>
              </a:rPr>
              <a:t>litres</a:t>
            </a:r>
            <a:r>
              <a:rPr lang="en-US" sz="2800" dirty="0" smtClean="0">
                <a:solidFill>
                  <a:schemeClr val="tx1">
                    <a:lumMod val="95000"/>
                    <a:lumOff val="5000"/>
                  </a:schemeClr>
                </a:solidFill>
                <a:latin typeface="Times New Roman" panose="02020603050405020304" pitchFamily="18" charset="0"/>
                <a:cs typeface="Times New Roman" panose="02020603050405020304" pitchFamily="18" charset="0"/>
              </a:rPr>
              <a:t> saved, tank progress, and household impact. The project also highlights good Android development practices through MVVM architecture, Hilt dependency injection, validation logic, and real-time state updates using Flow and </a:t>
            </a:r>
            <a:r>
              <a:rPr lang="en-US" sz="2800" dirty="0" err="1" smtClean="0">
                <a:solidFill>
                  <a:schemeClr val="tx1">
                    <a:lumMod val="95000"/>
                    <a:lumOff val="5000"/>
                  </a:schemeClr>
                </a:solidFill>
                <a:latin typeface="Times New Roman" panose="02020603050405020304" pitchFamily="18" charset="0"/>
                <a:cs typeface="Times New Roman" panose="02020603050405020304" pitchFamily="18" charset="0"/>
              </a:rPr>
              <a:t>StateFlow</a:t>
            </a:r>
            <a:r>
              <a:rPr lang="en-US" sz="2800" dirty="0" smtClean="0">
                <a:solidFill>
                  <a:schemeClr val="tx1">
                    <a:lumMod val="95000"/>
                    <a:lumOff val="5000"/>
                  </a:schemeClr>
                </a:solidFill>
                <a:latin typeface="Times New Roman" panose="02020603050405020304" pitchFamily="18" charset="0"/>
                <a:cs typeface="Times New Roman" panose="02020603050405020304" pitchFamily="18" charset="0"/>
              </a:rPr>
              <a:t>. Overall, the application promotes sustainability awareness while serving as a strong internship-level implementation of </a:t>
            </a:r>
            <a:r>
              <a:rPr lang="en-US" sz="2800" dirty="0" err="1" smtClean="0">
                <a:solidFill>
                  <a:schemeClr val="tx1">
                    <a:lumMod val="95000"/>
                    <a:lumOff val="5000"/>
                  </a:schemeClr>
                </a:solidFill>
                <a:latin typeface="Times New Roman" panose="02020603050405020304" pitchFamily="18" charset="0"/>
                <a:cs typeface="Times New Roman" panose="02020603050405020304" pitchFamily="18" charset="0"/>
              </a:rPr>
              <a:t>Kotlin</a:t>
            </a:r>
            <a:r>
              <a:rPr lang="en-US" sz="2800" dirty="0" smtClean="0">
                <a:solidFill>
                  <a:schemeClr val="tx1">
                    <a:lumMod val="95000"/>
                    <a:lumOff val="5000"/>
                  </a:schemeClr>
                </a:solidFill>
                <a:latin typeface="Times New Roman" panose="02020603050405020304" pitchFamily="18" charset="0"/>
                <a:cs typeface="Times New Roman" panose="02020603050405020304" pitchFamily="18" charset="0"/>
              </a:rPr>
              <a:t> Android development.</a:t>
            </a:r>
            <a:endParaRPr lang="en-IN" sz="2800" b="0" i="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1919720"/>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xmlns=""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829</TotalTime>
  <Words>495</Words>
  <Application>Microsoft Office PowerPoint</Application>
  <PresentationFormat>Custom</PresentationFormat>
  <Paragraphs>51</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Facet</vt:lpstr>
      <vt:lpstr>DEPARTMENT OF ISE, HASSAN</vt:lpstr>
      <vt:lpstr>PowerPoint Presentation</vt:lpstr>
      <vt:lpstr>Problem Statement:</vt:lpstr>
      <vt:lpstr>The Problem it Solves  In many regions, especially in India, households have rainwater harvesting systems installed, but they lack a way to measure their impact. Without data, water conservation feels like an abstract concept rather than a tangible achievement.   People don’t know: How much water they are actually saving. How much of their tank is full after a specific rainfall. How many days that saved water will actually last for their family  Aim:</vt:lpstr>
      <vt:lpstr>Simple Setup Allow the user to save household details like roof area and tank capacity.  Rainfall Entry Record rainfall values with validation and local storage.  Live Dashboard Show water saved and animated tank progress.  Monthly Report Summarize total and monthly harvested water clearly.  Impact Score Convert litres into understandable household water days.  User Guidance Provide practical tips for better rainwater harvesting.</vt:lpstr>
      <vt:lpstr>System Requirements:</vt:lpstr>
      <vt:lpstr>How the App Works (Functionality):  The app follows a logical flow to convert environmental data into household utility:  Setup: The user inputs their specific home data, including Roof Area, Tank Capacity, and Roof Material (which affects the runoff coefficient/efficiency).  Data Entry: Users manually enter rainfall in millimeters (mm).  The Logic: The app uses a specific formula to calculate harvestable water:  Water Saved = Area*Rainfall*0.0929*  Visual Dashboard: It features a "Water Tank" progress bar that visually fills up based on the data entered, making the storage level easy to understand at a glance. </vt:lpstr>
      <vt:lpstr>PowerPoint Presentation</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Airline Management System</dc:title>
  <dc:creator>hs suprith</dc:creator>
  <cp:keywords>DAGXBK7jTZ4,BAFThtaFG1k</cp:keywords>
  <cp:lastModifiedBy>HP</cp:lastModifiedBy>
  <cp:revision>17</cp:revision>
  <dcterms:created xsi:type="dcterms:W3CDTF">2024-12-09T15:55:22Z</dcterms:created>
  <dcterms:modified xsi:type="dcterms:W3CDTF">2026-05-08T02:07:27Z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2024-12-09T00:00:00Z</vt:filetime>
  </property>
  <property fmtid="{D5CDD505-2E9C-101B-9397-08002B2CF9AE}" pid="3" name="Creator">
    <vt:lpwstr>Microsoft® Word 2021</vt:lpwstr>
  </property>
  <property fmtid="{D5CDD505-2E9C-101B-9397-08002B2CF9AE}" pid="4" name="LastSaved">
    <vt:filetime>2024-12-09T00:00:00Z</vt:filetime>
  </property>
</Properties>
</file>